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9d539b11e14926" /><Relationship Type="http://schemas.openxmlformats.org/officeDocument/2006/relationships/extended-properties" Target="/docProps/app.xml" Id="Ra68bbef205f044fd" /><Relationship Type="http://schemas.openxmlformats.org/officeDocument/2006/relationships/officeDocument" Target="/ppt/presentation.xml" Id="R47a92dc6ea6f461f" /></Relationships>
</file>

<file path=ppt/presentation.xml><?xml version="1.0" encoding="utf-8"?>
<p:presentation xmlns:p="http://schemas.openxmlformats.org/presentationml/2006/main">
  <p:sldMasterIdLst>
    <p:sldMasterId xmlns:r="http://schemas.openxmlformats.org/officeDocument/2006/relationships" id="2147483648" r:id="R96cc43f34206458b"/>
  </p:sldMasterIdLst>
  <p:notesMasterIdLst>
    <p:notesMasterId xmlns:r="http://schemas.openxmlformats.org/officeDocument/2006/relationships" r:id="Rb8fc303b1a114eba"/>
  </p:notesMasterIdLst>
  <p:sldIdLst>
    <p:sldId xmlns:r="http://schemas.openxmlformats.org/officeDocument/2006/relationships" id="256" r:id="R6a88a526ca374ba5"/>
    <p:sldId xmlns:r="http://schemas.openxmlformats.org/officeDocument/2006/relationships" id="257" r:id="R1a0c8556892f454b"/>
    <p:sldId xmlns:r="http://schemas.openxmlformats.org/officeDocument/2006/relationships" id="258" r:id="Rb8e6107647e64c00"/>
    <p:sldId xmlns:r="http://schemas.openxmlformats.org/officeDocument/2006/relationships" id="259" r:id="R786e6905b20c488c"/>
    <p:sldId xmlns:r="http://schemas.openxmlformats.org/officeDocument/2006/relationships" id="260" r:id="R5f6fbf41fb064365"/>
    <p:sldId xmlns:r="http://schemas.openxmlformats.org/officeDocument/2006/relationships" id="261" r:id="R2a1f7a5bf31543ab"/>
    <p:sldId xmlns:r="http://schemas.openxmlformats.org/officeDocument/2006/relationships" id="262" r:id="R2e9e75ac0c81417b"/>
    <p:sldId xmlns:r="http://schemas.openxmlformats.org/officeDocument/2006/relationships" id="263" r:id="R5d2b98fc94924a29"/>
    <p:sldId xmlns:r="http://schemas.openxmlformats.org/officeDocument/2006/relationships" id="264" r:id="Rc2719f4fca9d437b"/>
    <p:sldId xmlns:r="http://schemas.openxmlformats.org/officeDocument/2006/relationships" id="265" r:id="R355ed02a00ea4035"/>
    <p:sldId xmlns:r="http://schemas.openxmlformats.org/officeDocument/2006/relationships" id="266" r:id="R3079559f857647eb"/>
    <p:sldId xmlns:r="http://schemas.openxmlformats.org/officeDocument/2006/relationships" id="267" r:id="R96890e59d779409d"/>
    <p:sldId xmlns:r="http://schemas.openxmlformats.org/officeDocument/2006/relationships" id="268" r:id="R72795b1611814e6d"/>
    <p:sldId xmlns:r="http://schemas.openxmlformats.org/officeDocument/2006/relationships" id="269" r:id="Re01876575bbf4b1a"/>
    <p:sldId xmlns:r="http://schemas.openxmlformats.org/officeDocument/2006/relationships" id="270" r:id="R12bc9c612e42494f"/>
    <p:sldId xmlns:r="http://schemas.openxmlformats.org/officeDocument/2006/relationships" id="271" r:id="Ra7fa1f320ce94362"/>
    <p:sldId xmlns:r="http://schemas.openxmlformats.org/officeDocument/2006/relationships" id="272" r:id="Re8196731774d44b4"/>
    <p:sldId xmlns:r="http://schemas.openxmlformats.org/officeDocument/2006/relationships" id="273" r:id="Rf664d8094d9d4e60"/>
    <p:sldId xmlns:r="http://schemas.openxmlformats.org/officeDocument/2006/relationships" id="274" r:id="Rd8a3afd18a4f439a"/>
    <p:sldId xmlns:r="http://schemas.openxmlformats.org/officeDocument/2006/relationships" id="275" r:id="R0933b582858f4a4d"/>
    <p:sldId xmlns:r="http://schemas.openxmlformats.org/officeDocument/2006/relationships" id="276" r:id="R6753e6822d334bad"/>
    <p:sldId xmlns:r="http://schemas.openxmlformats.org/officeDocument/2006/relationships" id="277" r:id="Re4cd6053d7784f41"/>
    <p:sldId xmlns:r="http://schemas.openxmlformats.org/officeDocument/2006/relationships" id="278" r:id="R733ff132087146c5"/>
    <p:sldId xmlns:r="http://schemas.openxmlformats.org/officeDocument/2006/relationships" id="279" r:id="R17753ebb98c04ff4"/>
    <p:sldId xmlns:r="http://schemas.openxmlformats.org/officeDocument/2006/relationships" id="280" r:id="R000ddcaf34004208"/>
    <p:sldId xmlns:r="http://schemas.openxmlformats.org/officeDocument/2006/relationships" id="281" r:id="R51c5ad95544846dd"/>
    <p:sldId xmlns:r="http://schemas.openxmlformats.org/officeDocument/2006/relationships" id="282" r:id="Ra2dd56eed35b4ba5"/>
    <p:sldId xmlns:r="http://schemas.openxmlformats.org/officeDocument/2006/relationships" id="283" r:id="Rd35d504aa29944fc"/>
    <p:sldId xmlns:r="http://schemas.openxmlformats.org/officeDocument/2006/relationships" id="284" r:id="R42f15b41339c427b"/>
    <p:sldId xmlns:r="http://schemas.openxmlformats.org/officeDocument/2006/relationships" id="285" r:id="R79ab150bea7947c8"/>
    <p:sldId xmlns:r="http://schemas.openxmlformats.org/officeDocument/2006/relationships" id="286" r:id="R1554cb9f8b564614"/>
    <p:sldId xmlns:r="http://schemas.openxmlformats.org/officeDocument/2006/relationships" id="287" r:id="Rb96488c61db64aa3"/>
    <p:sldId xmlns:r="http://schemas.openxmlformats.org/officeDocument/2006/relationships" id="288" r:id="R22270d3f54ef4d5e"/>
    <p:sldId xmlns:r="http://schemas.openxmlformats.org/officeDocument/2006/relationships" id="289" r:id="R81e59df0aa01420d"/>
    <p:sldId xmlns:r="http://schemas.openxmlformats.org/officeDocument/2006/relationships" id="290" r:id="R16450164327045f7"/>
    <p:sldId xmlns:r="http://schemas.openxmlformats.org/officeDocument/2006/relationships" id="291" r:id="R29ef16f2a47049fe"/>
    <p:sldId xmlns:r="http://schemas.openxmlformats.org/officeDocument/2006/relationships" id="292" r:id="R03089b20056549fe"/>
    <p:sldId xmlns:r="http://schemas.openxmlformats.org/officeDocument/2006/relationships" id="293" r:id="Rcb8c645161ab4d36"/>
    <p:sldId xmlns:r="http://schemas.openxmlformats.org/officeDocument/2006/relationships" id="294" r:id="Rf8aca5d7c689412f"/>
    <p:sldId xmlns:r="http://schemas.openxmlformats.org/officeDocument/2006/relationships" id="295" r:id="R9f136fc09aa247d1"/>
    <p:sldId xmlns:r="http://schemas.openxmlformats.org/officeDocument/2006/relationships" id="296" r:id="R4f5d06fb7b464033"/>
    <p:sldId xmlns:r="http://schemas.openxmlformats.org/officeDocument/2006/relationships" id="297" r:id="Rcc31b46b4aea4393"/>
    <p:sldId xmlns:r="http://schemas.openxmlformats.org/officeDocument/2006/relationships" id="298" r:id="R8af7cad93c81450b"/>
    <p:sldId xmlns:r="http://schemas.openxmlformats.org/officeDocument/2006/relationships" id="299" r:id="Ra521a4d9d88f46e2"/>
    <p:sldId xmlns:r="http://schemas.openxmlformats.org/officeDocument/2006/relationships" id="300" r:id="R5df5450a50a44978"/>
    <p:sldId xmlns:r="http://schemas.openxmlformats.org/officeDocument/2006/relationships" id="301" r:id="R0659e975686c4471"/>
  </p:sldIdLst>
  <p:sldSz cx="9144000" cy="51435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9ec82e41bdf4724" /><Relationship Type="http://schemas.openxmlformats.org/officeDocument/2006/relationships/slideMaster" Target="/ppt/slideMasters/slideMaster1.xml" Id="R96cc43f34206458b" /><Relationship Type="http://schemas.openxmlformats.org/officeDocument/2006/relationships/notesMaster" Target="/ppt/notesMasters/notesMaster1.xml" Id="Rb8fc303b1a114eba" /><Relationship Type="http://schemas.openxmlformats.org/officeDocument/2006/relationships/presProps" Target="/ppt/presProps.xml" Id="R30455770b670433d" /><Relationship Type="http://schemas.openxmlformats.org/officeDocument/2006/relationships/viewProps" Target="/ppt/viewProps.xml" Id="R33a05ce027e84eb4" /><Relationship Type="http://schemas.openxmlformats.org/officeDocument/2006/relationships/tableStyles" Target="/ppt/tableStyles.xml" Id="R56da07732d404475" /><Relationship Type="http://schemas.openxmlformats.org/officeDocument/2006/relationships/slide" Target="/ppt/slides/slide1.xml" Id="R6a88a526ca374ba5" /><Relationship Type="http://schemas.openxmlformats.org/officeDocument/2006/relationships/slide" Target="/ppt/slides/slide2.xml" Id="R1a0c8556892f454b" /><Relationship Type="http://schemas.openxmlformats.org/officeDocument/2006/relationships/slide" Target="/ppt/slides/slide3.xml" Id="Rb8e6107647e64c00" /><Relationship Type="http://schemas.openxmlformats.org/officeDocument/2006/relationships/slide" Target="/ppt/slides/slide4.xml" Id="R786e6905b20c488c" /><Relationship Type="http://schemas.openxmlformats.org/officeDocument/2006/relationships/slide" Target="/ppt/slides/slide5.xml" Id="R5f6fbf41fb064365" /><Relationship Type="http://schemas.openxmlformats.org/officeDocument/2006/relationships/slide" Target="/ppt/slides/slide6.xml" Id="R2a1f7a5bf31543ab" /><Relationship Type="http://schemas.openxmlformats.org/officeDocument/2006/relationships/slide" Target="/ppt/slides/slide7.xml" Id="R2e9e75ac0c81417b" /><Relationship Type="http://schemas.openxmlformats.org/officeDocument/2006/relationships/slide" Target="/ppt/slides/slide8.xml" Id="R5d2b98fc94924a29" /><Relationship Type="http://schemas.openxmlformats.org/officeDocument/2006/relationships/slide" Target="/ppt/slides/slide9.xml" Id="Rc2719f4fca9d437b" /><Relationship Type="http://schemas.openxmlformats.org/officeDocument/2006/relationships/slide" Target="/ppt/slides/slide10.xml" Id="R355ed02a00ea4035" /><Relationship Type="http://schemas.openxmlformats.org/officeDocument/2006/relationships/slide" Target="/ppt/slides/slide11.xml" Id="R3079559f857647eb" /><Relationship Type="http://schemas.openxmlformats.org/officeDocument/2006/relationships/slide" Target="/ppt/slides/slide12.xml" Id="R96890e59d779409d" /><Relationship Type="http://schemas.openxmlformats.org/officeDocument/2006/relationships/slide" Target="/ppt/slides/slide13.xml" Id="R72795b1611814e6d" /><Relationship Type="http://schemas.openxmlformats.org/officeDocument/2006/relationships/slide" Target="/ppt/slides/slide14.xml" Id="Re01876575bbf4b1a" /><Relationship Type="http://schemas.openxmlformats.org/officeDocument/2006/relationships/slide" Target="/ppt/slides/slide15.xml" Id="R12bc9c612e42494f" /><Relationship Type="http://schemas.openxmlformats.org/officeDocument/2006/relationships/slide" Target="/ppt/slides/slide16.xml" Id="Ra7fa1f320ce94362" /><Relationship Type="http://schemas.openxmlformats.org/officeDocument/2006/relationships/slide" Target="/ppt/slides/slide17.xml" Id="Re8196731774d44b4" /><Relationship Type="http://schemas.openxmlformats.org/officeDocument/2006/relationships/slide" Target="/ppt/slides/slide18.xml" Id="Rf664d8094d9d4e60" /><Relationship Type="http://schemas.openxmlformats.org/officeDocument/2006/relationships/slide" Target="/ppt/slides/slide19.xml" Id="Rd8a3afd18a4f439a" /><Relationship Type="http://schemas.openxmlformats.org/officeDocument/2006/relationships/slide" Target="/ppt/slides/slide20.xml" Id="R0933b582858f4a4d" /><Relationship Type="http://schemas.openxmlformats.org/officeDocument/2006/relationships/slide" Target="/ppt/slides/slide21.xml" Id="R6753e6822d334bad" /><Relationship Type="http://schemas.openxmlformats.org/officeDocument/2006/relationships/slide" Target="/ppt/slides/slide22.xml" Id="Re4cd6053d7784f41" /><Relationship Type="http://schemas.openxmlformats.org/officeDocument/2006/relationships/slide" Target="/ppt/slides/slide23.xml" Id="R733ff132087146c5" /><Relationship Type="http://schemas.openxmlformats.org/officeDocument/2006/relationships/slide" Target="/ppt/slides/slide24.xml" Id="R17753ebb98c04ff4" /><Relationship Type="http://schemas.openxmlformats.org/officeDocument/2006/relationships/slide" Target="/ppt/slides/slide25.xml" Id="R000ddcaf34004208" /><Relationship Type="http://schemas.openxmlformats.org/officeDocument/2006/relationships/slide" Target="/ppt/slides/slide26.xml" Id="R51c5ad95544846dd" /><Relationship Type="http://schemas.openxmlformats.org/officeDocument/2006/relationships/slide" Target="/ppt/slides/slide27.xml" Id="Ra2dd56eed35b4ba5" /><Relationship Type="http://schemas.openxmlformats.org/officeDocument/2006/relationships/slide" Target="/ppt/slides/slide28.xml" Id="Rd35d504aa29944fc" /><Relationship Type="http://schemas.openxmlformats.org/officeDocument/2006/relationships/slide" Target="/ppt/slides/slide29.xml" Id="R42f15b41339c427b" /><Relationship Type="http://schemas.openxmlformats.org/officeDocument/2006/relationships/slide" Target="/ppt/slides/slide30.xml" Id="R79ab150bea7947c8" /><Relationship Type="http://schemas.openxmlformats.org/officeDocument/2006/relationships/slide" Target="/ppt/slides/slide31.xml" Id="R1554cb9f8b564614" /><Relationship Type="http://schemas.openxmlformats.org/officeDocument/2006/relationships/slide" Target="/ppt/slides/slide32.xml" Id="Rb96488c61db64aa3" /><Relationship Type="http://schemas.openxmlformats.org/officeDocument/2006/relationships/slide" Target="/ppt/slides/slide33.xml" Id="R22270d3f54ef4d5e" /><Relationship Type="http://schemas.openxmlformats.org/officeDocument/2006/relationships/slide" Target="/ppt/slides/slide34.xml" Id="R81e59df0aa01420d" /><Relationship Type="http://schemas.openxmlformats.org/officeDocument/2006/relationships/slide" Target="/ppt/slides/slide35.xml" Id="R16450164327045f7" /><Relationship Type="http://schemas.openxmlformats.org/officeDocument/2006/relationships/slide" Target="/ppt/slides/slide36.xml" Id="R29ef16f2a47049fe" /><Relationship Type="http://schemas.openxmlformats.org/officeDocument/2006/relationships/slide" Target="/ppt/slides/slide37.xml" Id="R03089b20056549fe" /><Relationship Type="http://schemas.openxmlformats.org/officeDocument/2006/relationships/slide" Target="/ppt/slides/slide38.xml" Id="Rcb8c645161ab4d36" /><Relationship Type="http://schemas.openxmlformats.org/officeDocument/2006/relationships/slide" Target="/ppt/slides/slide39.xml" Id="Rf8aca5d7c689412f" /><Relationship Type="http://schemas.openxmlformats.org/officeDocument/2006/relationships/slide" Target="/ppt/slides/slide40.xml" Id="R9f136fc09aa247d1" /><Relationship Type="http://schemas.openxmlformats.org/officeDocument/2006/relationships/slide" Target="/ppt/slides/slide41.xml" Id="R4f5d06fb7b464033" /><Relationship Type="http://schemas.openxmlformats.org/officeDocument/2006/relationships/slide" Target="/ppt/slides/slide42.xml" Id="Rcc31b46b4aea4393" /><Relationship Type="http://schemas.openxmlformats.org/officeDocument/2006/relationships/slide" Target="/ppt/slides/slide43.xml" Id="R8af7cad93c81450b" /><Relationship Type="http://schemas.openxmlformats.org/officeDocument/2006/relationships/slide" Target="/ppt/slides/slide44.xml" Id="Ra521a4d9d88f46e2" /><Relationship Type="http://schemas.openxmlformats.org/officeDocument/2006/relationships/slide" Target="/ppt/slides/slide45.xml" Id="R5df5450a50a44978" /><Relationship Type="http://schemas.openxmlformats.org/officeDocument/2006/relationships/slide" Target="/ppt/slides/slide46.xml" Id="R0659e975686c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a0f589497a47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erlín">
  <a:themeElements>
    <a:clrScheme name="Berlí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í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lumMod val="110000"/>
                <a:satMod val="100000"/>
              </a:schemeClr>
            </a:gs>
            <a:gs pos="100000">
              <a:schemeClr val="phClr">
                <a:tint val="70000"/>
                <a:lumMod val="100000"/>
                <a:satMod val="100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9525">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lumMod val="140000"/>
                <a:satMod val="220000"/>
              </a:schemeClr>
            </a:gs>
            <a:gs pos="50000">
              <a:schemeClr val="phClr">
                <a:shade val="100000"/>
                <a:lumMod val="130000"/>
                <a:satMod val="110000"/>
              </a:schemeClr>
            </a:gs>
            <a:gs pos="100000">
              <a:schemeClr val="phClr">
                <a:shade val="69000"/>
                <a:lumMod val="69000"/>
                <a:satMod val="160000"/>
              </a:schemeClr>
            </a:gs>
          </a:gsLst>
          <a:lin ang="252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3121a809a24306" /><Relationship Type="http://schemas.openxmlformats.org/officeDocument/2006/relationships/notesMaster" Target="/ppt/notesMasters/notesMaster1.xml" Id="R613b14cb7e8249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8c55fe10a04325" /><Relationship Type="http://schemas.openxmlformats.org/officeDocument/2006/relationships/notesMaster" Target="/ppt/notesMasters/notesMaster1.xml" Id="R4f86ccbb641447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f63f7626544ff" /><Relationship Type="http://schemas.openxmlformats.org/officeDocument/2006/relationships/notesMaster" Target="/ppt/notesMasters/notesMaster1.xml" Id="R487392bbb4b544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48a525db0450f" /><Relationship Type="http://schemas.openxmlformats.org/officeDocument/2006/relationships/notesMaster" Target="/ppt/notesMasters/notesMaster1.xml" Id="Rdf39f6e88be746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6c75a788de4573" /><Relationship Type="http://schemas.openxmlformats.org/officeDocument/2006/relationships/notesMaster" Target="/ppt/notesMasters/notesMaster1.xml" Id="R6a50bf5de3e549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b81b3f5e4a44e9" /><Relationship Type="http://schemas.openxmlformats.org/officeDocument/2006/relationships/notesMaster" Target="/ppt/notesMasters/notesMaster1.xml" Id="R951897c08e3d48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ab3f2270134099" /><Relationship Type="http://schemas.openxmlformats.org/officeDocument/2006/relationships/notesMaster" Target="/ppt/notesMasters/notesMaster1.xml" Id="R00ddd482b1a441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089ff3986d42ef" /><Relationship Type="http://schemas.openxmlformats.org/officeDocument/2006/relationships/notesMaster" Target="/ppt/notesMasters/notesMaster1.xml" Id="R4c34a2f12427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48293adcde4d79" /><Relationship Type="http://schemas.openxmlformats.org/officeDocument/2006/relationships/notesMaster" Target="/ppt/notesMasters/notesMaster1.xml" Id="R6d7f05c3719043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e51c4f0de44218" /><Relationship Type="http://schemas.openxmlformats.org/officeDocument/2006/relationships/notesMaster" Target="/ppt/notesMasters/notesMaster1.xml" Id="R9a8d20d6fee445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126fbcb3fd4010" /><Relationship Type="http://schemas.openxmlformats.org/officeDocument/2006/relationships/notesMaster" Target="/ppt/notesMasters/notesMaster1.xml" Id="R83786ff31e82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92657da0434b38" /><Relationship Type="http://schemas.openxmlformats.org/officeDocument/2006/relationships/notesMaster" Target="/ppt/notesMasters/notesMaster1.xml" Id="R32a9e7c088a045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2563a338434d4e" /><Relationship Type="http://schemas.openxmlformats.org/officeDocument/2006/relationships/notesMaster" Target="/ppt/notesMasters/notesMaster1.xml" Id="R7bcf456e921443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3bee9c02734d83" /><Relationship Type="http://schemas.openxmlformats.org/officeDocument/2006/relationships/notesMaster" Target="/ppt/notesMasters/notesMaster1.xml" Id="R5398fadac22d4d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63db747a8c449f" /><Relationship Type="http://schemas.openxmlformats.org/officeDocument/2006/relationships/notesMaster" Target="/ppt/notesMasters/notesMaster1.xml" Id="Rf09ce4104c644b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cd82f4ed73426d" /><Relationship Type="http://schemas.openxmlformats.org/officeDocument/2006/relationships/notesMaster" Target="/ppt/notesMasters/notesMaster1.xml" Id="Re5182dd7b81a45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b7552acd3145cb" /><Relationship Type="http://schemas.openxmlformats.org/officeDocument/2006/relationships/notesMaster" Target="/ppt/notesMasters/notesMaster1.xml" Id="Rcef50b1112144d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11f3a9b2e84c45" /><Relationship Type="http://schemas.openxmlformats.org/officeDocument/2006/relationships/notesMaster" Target="/ppt/notesMasters/notesMaster1.xml" Id="R9237c48fd66145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c45753116b434a" /><Relationship Type="http://schemas.openxmlformats.org/officeDocument/2006/relationships/notesMaster" Target="/ppt/notesMasters/notesMaster1.xml" Id="R52ac74f509ac48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e85717a8d74c72" /><Relationship Type="http://schemas.openxmlformats.org/officeDocument/2006/relationships/notesMaster" Target="/ppt/notesMasters/notesMaster1.xml" Id="R5e757e276b6049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0ce9479b594dbd" /><Relationship Type="http://schemas.openxmlformats.org/officeDocument/2006/relationships/notesMaster" Target="/ppt/notesMasters/notesMaster1.xml" Id="R4a096f09e45642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fadb9e18234904" /><Relationship Type="http://schemas.openxmlformats.org/officeDocument/2006/relationships/notesMaster" Target="/ppt/notesMasters/notesMaster1.xml" Id="Rf6c6dd6002be4c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d0abec2d32340bd" /><Relationship Type="http://schemas.openxmlformats.org/officeDocument/2006/relationships/notesMaster" Target="/ppt/notesMasters/notesMaster1.xml" Id="R560ee5136f064a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a2d0eb051946ac" /><Relationship Type="http://schemas.openxmlformats.org/officeDocument/2006/relationships/notesMaster" Target="/ppt/notesMasters/notesMaster1.xml" Id="R586dbc1631cf43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a5f8e29f16497f" /><Relationship Type="http://schemas.openxmlformats.org/officeDocument/2006/relationships/notesMaster" Target="/ppt/notesMasters/notesMaster1.xml" Id="Rc7817ce1055d4e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b0372a789e423b" /><Relationship Type="http://schemas.openxmlformats.org/officeDocument/2006/relationships/notesMaster" Target="/ppt/notesMasters/notesMaster1.xml" Id="Rcd4609b77c7245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0b154a075e849eb" /><Relationship Type="http://schemas.openxmlformats.org/officeDocument/2006/relationships/notesMaster" Target="/ppt/notesMasters/notesMaster1.xml" Id="R33270642d4df447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b6cb84bec94d00" /><Relationship Type="http://schemas.openxmlformats.org/officeDocument/2006/relationships/notesMaster" Target="/ppt/notesMasters/notesMaster1.xml" Id="R41adb2c209e74f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ba7bc8aa154bea" /><Relationship Type="http://schemas.openxmlformats.org/officeDocument/2006/relationships/notesMaster" Target="/ppt/notesMasters/notesMaster1.xml" Id="Red54296e36e24b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16e1d88dcf4e20" /><Relationship Type="http://schemas.openxmlformats.org/officeDocument/2006/relationships/notesMaster" Target="/ppt/notesMasters/notesMaster1.xml" Id="Rd184b0deda464a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4c140b57af647db" /><Relationship Type="http://schemas.openxmlformats.org/officeDocument/2006/relationships/notesMaster" Target="/ppt/notesMasters/notesMaster1.xml" Id="R34cac7b75a3349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96b02fbbb644c84" /><Relationship Type="http://schemas.openxmlformats.org/officeDocument/2006/relationships/notesMaster" Target="/ppt/notesMasters/notesMaster1.xml" Id="R70a8cdab463542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bd2d9d598024bf1" /><Relationship Type="http://schemas.openxmlformats.org/officeDocument/2006/relationships/notesMaster" Target="/ppt/notesMasters/notesMaster1.xml" Id="Re9ccd31d473643e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c6590db99424753" /><Relationship Type="http://schemas.openxmlformats.org/officeDocument/2006/relationships/notesMaster" Target="/ppt/notesMasters/notesMaster1.xml" Id="R68ed7aeed8fd40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aa6fec3184b4469" /><Relationship Type="http://schemas.openxmlformats.org/officeDocument/2006/relationships/notesMaster" Target="/ppt/notesMasters/notesMaster1.xml" Id="Rae1aac3eb9094c5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e70022ddfe4884" /><Relationship Type="http://schemas.openxmlformats.org/officeDocument/2006/relationships/notesMaster" Target="/ppt/notesMasters/notesMaster1.xml" Id="Re5a6d3b789aa489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ac3b57d0a84fc6" /><Relationship Type="http://schemas.openxmlformats.org/officeDocument/2006/relationships/notesMaster" Target="/ppt/notesMasters/notesMaster1.xml" Id="Rf8a940ecc05f4bb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4c976ae72b340b8" /><Relationship Type="http://schemas.openxmlformats.org/officeDocument/2006/relationships/notesMaster" Target="/ppt/notesMasters/notesMaster1.xml" Id="R22c50944bda3488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e0036d17cf04167" /><Relationship Type="http://schemas.openxmlformats.org/officeDocument/2006/relationships/notesMaster" Target="/ppt/notesMasters/notesMaster1.xml" Id="Rf290917d5d03473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21456cc38f343e1" /><Relationship Type="http://schemas.openxmlformats.org/officeDocument/2006/relationships/notesMaster" Target="/ppt/notesMasters/notesMaster1.xml" Id="Rbdd6a62dd63f4f6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b3139482b2249f1" /><Relationship Type="http://schemas.openxmlformats.org/officeDocument/2006/relationships/notesMaster" Target="/ppt/notesMasters/notesMaster1.xml" Id="Rc7c21c1daf3e40e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80a69fbd3fb4afb" /><Relationship Type="http://schemas.openxmlformats.org/officeDocument/2006/relationships/notesMaster" Target="/ppt/notesMasters/notesMaster1.xml" Id="Ra06d48b5286f422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c891d32d514be6" /><Relationship Type="http://schemas.openxmlformats.org/officeDocument/2006/relationships/notesMaster" Target="/ppt/notesMasters/notesMaster1.xml" Id="Rb5b83b90c4bc472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8a88a4ee5e0481f" /><Relationship Type="http://schemas.openxmlformats.org/officeDocument/2006/relationships/notesMaster" Target="/ppt/notesMasters/notesMaster1.xml" Id="Rdc0a555ef5d442c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ccdbe136613451b" /><Relationship Type="http://schemas.openxmlformats.org/officeDocument/2006/relationships/notesMaster" Target="/ppt/notesMasters/notesMaster1.xml" Id="Rbe36c242897449e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1ba2a789eba4d06" /><Relationship Type="http://schemas.openxmlformats.org/officeDocument/2006/relationships/notesMaster" Target="/ppt/notesMasters/notesMaster1.xml" Id="Reca1711fdf954b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Bienvenidos, jurado y compañeros. En representación del equipo, presentamos hoy el Avance 02 del Sistema Hospitalario de Gestión Integral, desarrollado para el Centro de Salud Pública San Rafael en el marco del Curso Integrador I. La sustentación tiene una duración estimada de diez minutos y está repartida entre los cinco integrantes por bloques temáticos, en el siguiente orden: BPMN a cargo de Carlos Medrano, Base de Datos con Harold Cajavilca, Clases y arquitectura con Miguel Chávez, UX/UI con Walter Rentería, y el cierre y conclusiones con Silvana Rosas. Nuestro objetivo central es demostrar dominio del diseño de la solución en sus cuatro dimensiones: procesos, datos, clases e interfaz. Los invitamos cordialmente a acompañarnos en este recorrido.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la agenda de la sustentación, que sigue una secuencia lógica: parte del modelado de procesos con BPMN, continúa con el diseño de datos en Base de Datos, luego el diseño orientado a objetos y la arquitectura MVC y DAO en el bloque de Clases, sigue el prototipo de interfaz en UX/UI y cierra con reportes y conclusiones. Contextualizamos al Centro de Salud Pública San Rafael, una institución pública con seis estaciones de trabajo en red local y procesos manuales de citas, admisión e historial clínico que generan demoras y errores de registro. La propuesta se alinea con el PDI 2024-2028, que busca digitalizar el 80% de los procesos para 2028. La stack elegida — JavaFX 21, Java 17 y PostgreSQL — responde a adecuación tecnológica al contexto y a costo. Cedo la palabra al siguiente expositor, Carlos Medrano, quien inicia con el BPMN.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Introducimos el BPMN como herramienta de modelado que permite visualizar el flujo completo de atención. Identificamos cuatro actores: el Paciente/Usuario, el Sistema (aplicación), Recepción y el Médico. Recorremos el flujo: el paciente inicia sesión e ingresa credenciales, el sistema valida credenciales y rol; si son correctas carga el panel y los datos. Luego el paciente solicita cita, el sistema verifica la disponibilidad del doctor y, si hay horario, registra la cita como Programada. El día de la cita, el paciente asiste, recepción confirma la llegada y habilita la atención. El médico consulta la historia clínica, registra anamnesis, diagnóstico CIE-10 y tratamiento; finalmente el sistema actualiza la historia y el médico cierra la atención. Destacamos las dos compuertas clave —¿Acceso válido? y ¿Horario disponible?— que generan los caminos alternativos y el bucle de re-solicitud de cita. En total son cuatro carriles, ocho compuertas/eventos y tres mensajes inter-carril. Cedo la palabra al siguiente expositor, Harold Cajavilca, para el bloque de Base de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el modelo físico implementado en PostgreSQL con cinco tablas: pacientes, doctores, usuarios, citas e historial_clinico. Detallamos las relaciones: un paciente agenda muchas citas (AGENDA 1—N), un doctor atiende muchas citas (ATIENDE 1—N); un paciente tiene muchos registros en su historial (TIENE 1—N), un doctor registra muchos historiales (REGISTRA 1—N) y una cita documenta uno o varios registros del historial (DOCUMENTA 1—N), relación opcional porque cita_id admite NULL, lo que permite registrar atención sin cita previa. Mostramos el flujo de datos en cuatro capas: identidad (usuarios), maestras (pacientes y doctores), negocio (citas) y transaccional (historial_clinico). El modelo está normalizado hasta tercera forma normal y mantiene integridad referencial mediante llaves foráneas. Las passwords se almacenan con hash y la tabla usuarios ya deja preparada la futura autenticación basada en BD. Cedo la palabra al siguiente expositor.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Recorremos cada tabla destacando sus campos clave. En pacientes, los campos tipo_sangre y alergias son text porque su contenido es descriptivo y variable. En doctores, especialidad y horario permiten organizar la agenda del personal médico. En citas, las dos llaves foráneas la relacionan con pacientes y doctores, y el campo estado controla las tres etapas: Programada, Completada o Cancelada. En historial_clinico, los signos vitales conforman el triaje y el campo diagnostico_cie10 usa la clasificación internacional CIE-10; recordemos que cita_id admite NULL para permitir atención sin cita previa. En usuarios, persona_id vincula la cuenta con pacientes, el campo usuario tiene restricción UNIQUE para evitar duplicados, password_hash almacena el hash criptográfico — no la contraseña en claro — e intentos_fallidos ayuda a prevenir ataques de fuerza bruta. Esta tabla ya está lista para reemplazar las credenciales fijas del login actual y habilitar autenticación basada en 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las tres decisiones clave de diseño. Primero, el uso de UUIDs en lugar de SERIAL permite identificadores únicos sin secuencia centralizada, mejora la seguridad porque no se pueden deducir IDs consecutivos, y facilita la futura replicación entre sistemas. Segundo, la diferenciación entre varchar y text: varchar se reserva para campos con límite claro como DNI, teléfono o estado; text se usa para contenido descriptivo como alergias u observaciones, aprovechando el mecanismo TOAST de PostgreSQL para gestionar valores grandes. Tercero, el uso de Upsert con ON CONFLICT DO UPDATE permite insertar o actualizar atómicamente, simplificando la lógica de aplicación y evitando bloqueos generales de tabla. Estas decisiones buscan equilibrar seguridad, integridad, rendimiento y mantenibilidad. Ceder la palabra al siguiente expositor.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la arquitectura del sistema. El código fuente se organiza como un proyecto Maven con cinco paquetes principales: controller (controladores JavaFX), dao (objetos de acceso a datos), database (conexión), model (entidades) y util (utilidades). Sobre esta estructura se aplican dos patrones: MVC y DAO. El patrón MVC separa la vista FXML del controlador y del modelo, lo que facilita el mantenimiento y la prueba unitaria. El patrón DAO encapsula todo el SQL contra PostgreSQL en cuatro DAOs, uno por entidad transaccional, evitando que el SQL se disperse por la capa de presentación. La conexión se centraliza en la clase PostgreSQLConnection del paquete database, usada por los cuatro DAOs. La stack es Java 17 LTS, JavaFX 21 con FXML para la interfaz, PostgreSQL 16 como motor, JDBC como driver y Maven como gestor de dependencias. El IDE utilizado es IntelliJ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la tabla que resume los seis módulos codificados. Por cada módulo se listan las clases principales, la funcionalidad implementada referida a los requisitos funcionales, y el estado actual. El módulo Login está funcional pero aún usa credenciales fijas, pendiente de integrar con la tabla usuarios. Los otros cinco módulos — Dashboard, Pacientes, Doctores, Citas e Historial clínico — están completos con operaciones CRUD. En total se cubren los diez requisitos funcionales definidos en el SRS, del RF001 al RF010. Cada módulo sigue el mismo patrón: un Controller JavaFX que maneja la vista FXML, un DAO que encapsula el SQL contra PostgreSQL, y un Model que representa la entidad. Esta consistencia facilita el mantenimiento y la incorporación de nuevos módulos. La estructura MVC+DAO demostró ser adecuada para un equipo de cinco personas trabajando en paralelo.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el flujo de datos entre capas. La vista FXML captura los eventos del usuario y los delega al controlador JavaFX correspondiente. El controlador valida los campos, aplica reglas de negocio y llama a los métodos del DAO. El DAO encapsula todo el SQL contra PostgreSQL: operaciones CRUD estándar (INSERT, SELECT, UPDATE, DELETE) más la operación Upsert para sincronización atómica. La conexión se centraliza en PostgreSQLConnection del paquete database, que todos los DAOs usan; esto evita abrir conexiones manuales en cada operación y permite futura configuración de pool de conexiones. Las ventajas del patrón DAO son: separación de responsabilidades, reutilización, testabilidad y mantenibilidad. Mencionar que este diseño fue clave para que el equipo de cinco personas trabaje en paralelo sin conflictos. Ceder la palabra al siguiente expositor para la sección de UX/UI.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los lineamientos de diseño del prototipo de Figma. La estructura común a todas las pantallas incluye una barra lateral izquierda azul oscuro con el logotipo, el menú de los cinco módulos y la opción Cerrar sesión; un encabezado superior con el nombre del centro y el usuario activo; y un área de contenido con título, botón de acción, buscador, tabla y tarjeta informativa. Los formularios usan tarjetas con dos columnas y asterisco en los campos obligatorios. Cada módulo tiene un color distintivo: azul oscuro para la barra lateral y el login, azul para Dashboard y Doctores, verde para Pacientes, naranja para Citas médicas y rojo para Historial clínico. Los componentes clave son las etiquetas de estado de cita, los iconos de acción (editar, eliminar, ver) y los modales de confirmación. Estos lineamientos garantizan consistencia visual y baja curva de aprendizaje para el personal del centro.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mapa de navegación describe cómo se mueve el usuario por el prototipo. El acceso comienza en el Login, que tras autenticación conduce al Dashboard. Desde el Dashboard, la barra lateral permite saltar a cualquiera de los cinco módulos en cualquier momento: Dashboard, Pacientes, Doctores, Citas médicas e Historial clínico. Cada módulo de listado expone un botón 'Nuevo…' que abre el formulario de creación, un icono de lápiz para editar, y un icono de papelera que abre un modal de confirmación antes de eliminar. En Pacientes y Doctores hay buscador por nombre, especialidad o DNI. En Citas médicas se filtra por estado: Programada, Completada o Cancelada. En Historial clínico aparece un icono adicional de ojo para ver el detalle de la consulta en modo solo lectura. La opción Cerrar sesión en el pie de la barra lateral devuelve al Login. Este mapa asegura que ninguna pantalla quede aislada y que todos los recorridos tengan retorno.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visual: prototipo Figma del Avance 02. Los valores de las capturas son datos de demostración. Contrastar con las vistas FXML de la entrega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qué cambió respecto a la entrega anterior. Las funciones están identificadas en el código, no se afirma haber realizado una prueba integrada en este entorno.</a:t>
            </a:r>
          </a:p>
          <a:p xmlns:a="http://schemas.openxmlformats.org/drawingml/2006/main">
            <a:r>
              <a:t>Fuentes: Informe_Avance 03_Sistema_Hospitalario.docx y HOSPITAL.zip (archivos locales suministrados).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MVC y DAO se evidencian en los paquetes del proyecto. Para SOLID, el ejemplo concreto es SRP. No afirmar aplicación completa de todos sus principios.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La autenticación no prueba por sí misma autorización por roles. No se debe exponer una contraseña ni datos clínicos reales en la demostración.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Archivo: src/main/java/com/hospital/controller/DashboardHomeController.java. Mostrar HashMultiset.create(), add() y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PacienteValidator utiliza StringUtils.isBlank/isNotBlank. Los campos opcionales vacíos se aceptan conforme a las reglas del código.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Fuentes: src/main/resources/logback.xml y LoginController.java. La retención configurada no demuestra que exista un historial completo de 30 días.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Se contaron 12 métodos @Test en PacienteValidatorTest.java. No se ejecutó Maven en esta tarea. Presentar la salida real de mvn test durante la sustentación.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Para explicar TDD: prueba que falla, implementación mínima y refactorización. Mostrar un caso real del historial si existe. No afirmar resultados de ejecución que no se han mostrado.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Historial local del ZIP: commits del 25/10/2026. Verificar los cambios publicados y su relación con la entrega. No se consultó el estado remoto en esta tarea.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El ZIP incluye main y silvana-validacion-pacientes. La existencia de un repositorio no demuestra que el 100 % de los cambios esté publicado.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Distinguir las siete vistas de los seis módulos funcionales. Dashboard principal y home pertenecen al mismo módulo.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Usar datos ficticios. Complementar el recorrido con doctores, eliminación confirmada y cierre de sesión. La ejecución y sus resultados deben mostrarse en el entorno del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El informe conserva secciones antiguas. Explicar estas diferencias evita presentar características previas como si describieran la implementación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Fuentes: Informe_Avance 03_Sistema_Hospitalario.docx y HOSPITAL.zip (archivos locales suministrados).</a:t>
            </a:r>
          </a:p>
          <a:p xmlns:a="http://schemas.openxmlformats.org/drawingml/2006/main">
            <a:r>
              <a:t>Cada integrante debe poder explicar su parte desde la interfaz hasta el DAO. La rúbrica evalúa dominio y autoría, además del archivo de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Cerramos la sustentación agradeciendo al jurado y al docente por su atención. Hemos cubierto los cinco bloques del proyecto: el modelado del proceso con BPMN, el diseño de la base de datos con PostgreSQL normalizada en 3FN, el diseño de clases con arquitectura MVC y patrón DAO, el diseño de UX/UI con el prototipo de Figma de 18 pantallas, y el cierre con la documentación, las métricas y las conclusiones. El equipo está conformado por Carlos Medrano, Harold Cajavilca, Miguel Chávez, Walter Rentería y Silvana Rosas. Recordamos que el proyecto está alineado con el PDI 2024-2028 del centro de salud. Cedemos la palabra al jurado para preguntas, indicando que cada integrante puede responder según su bloque temático.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2d031ce79c4a24" /><Relationship Type="http://schemas.openxmlformats.org/officeDocument/2006/relationships/image" Target="/ppt/media/image2.png" Id="R352c643c86a546ed" /><Relationship Type="http://schemas.openxmlformats.org/officeDocument/2006/relationships/image" Target="/ppt/media/image3.png" Id="R7903e0c1dc5e4a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0978fe2b044391" /><Relationship Type="http://schemas.openxmlformats.org/officeDocument/2006/relationships/image" Target="/ppt/media/image2.png" Id="R650a19dc204d4e46" /><Relationship Type="http://schemas.openxmlformats.org/officeDocument/2006/relationships/image" Target="/ppt/media/image3.png" Id="Rc84b944cbc6b43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f7789adf79452b" /><Relationship Type="http://schemas.openxmlformats.org/officeDocument/2006/relationships/image" Target="/ppt/media/image2.png" Id="R863bcf6e39e04c7d" /><Relationship Type="http://schemas.openxmlformats.org/officeDocument/2006/relationships/image" Target="/ppt/media/image3.png" Id="R51ea2486dbed4e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49d189938146df" /><Relationship Type="http://schemas.openxmlformats.org/officeDocument/2006/relationships/image" Target="/ppt/media/image2.png" Id="Rfc907575619a41f6" /><Relationship Type="http://schemas.openxmlformats.org/officeDocument/2006/relationships/image" Target="/ppt/media/image3.png" Id="R827d88ea101447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c6b751e5cf4946" /><Relationship Type="http://schemas.openxmlformats.org/officeDocument/2006/relationships/image" Target="/ppt/media/image2.png" Id="Rd9e8cfaeff5d4d1d" /><Relationship Type="http://schemas.openxmlformats.org/officeDocument/2006/relationships/image" Target="/ppt/media/image3.png" Id="R2dc04281be8c47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018038467b4d1f" /><Relationship Type="http://schemas.openxmlformats.org/officeDocument/2006/relationships/image" Target="/ppt/media/image2.png" Id="Rade9a34a11e44ec8" /><Relationship Type="http://schemas.openxmlformats.org/officeDocument/2006/relationships/image" Target="/ppt/media/image3.png" Id="R8896d23c4fa541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787025e88b34d39" /><Relationship Type="http://schemas.openxmlformats.org/officeDocument/2006/relationships/image" Target="/ppt/media/image3.png" Id="R521e7f460d7940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641b36ff1cb4449" /><Relationship Type="http://schemas.openxmlformats.org/officeDocument/2006/relationships/image" Target="/ppt/media/image2.png" Id="Rb31e287bbdb64ed8" /><Relationship Type="http://schemas.openxmlformats.org/officeDocument/2006/relationships/image" Target="/ppt/media/image3.png" Id="Rfddf468fee5c446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770024d193b4fd6" /><Relationship Type="http://schemas.openxmlformats.org/officeDocument/2006/relationships/image" Target="/ppt/media/image2.png" Id="Rdb80897439ce4dd7" /><Relationship Type="http://schemas.openxmlformats.org/officeDocument/2006/relationships/image" Target="/ppt/media/image3.png" Id="Rbdee67566cd1476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86f4866b495474f" /><Relationship Type="http://schemas.openxmlformats.org/officeDocument/2006/relationships/image" Target="/ppt/media/image2.png" Id="Ra353c2ee59cb4754" /><Relationship Type="http://schemas.openxmlformats.org/officeDocument/2006/relationships/image" Target="/ppt/media/image3.png" Id="R29c91eb7c5a54ae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b089f1b95234f63" /><Relationship Type="http://schemas.openxmlformats.org/officeDocument/2006/relationships/image" Target="/ppt/media/image2.png" Id="R4521f0c3eb93461e" /><Relationship Type="http://schemas.openxmlformats.org/officeDocument/2006/relationships/image" Target="/ppt/media/image3.png" Id="Rdf2de9f8e2aa48c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d36e075bb1644eb" /><Relationship Type="http://schemas.openxmlformats.org/officeDocument/2006/relationships/image" Target="/ppt/media/image2.png" Id="Rd2bfe68cc3f44470" /><Relationship Type="http://schemas.openxmlformats.org/officeDocument/2006/relationships/image" Target="/ppt/media/image3.png" Id="Rb04486a7db1145a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614951e32c04f76" /><Relationship Type="http://schemas.openxmlformats.org/officeDocument/2006/relationships/image" Target="/ppt/media/image2.png" Id="R36b9bad5d3964175" /><Relationship Type="http://schemas.openxmlformats.org/officeDocument/2006/relationships/image" Target="/ppt/media/image3.png" Id="R24d54763934d4c1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4d198bdfd3a34cbd" /><Relationship Type="http://schemas.openxmlformats.org/officeDocument/2006/relationships/image" Target="/ppt/media/image2.png" Id="R2c41257290d541cf" /><Relationship Type="http://schemas.openxmlformats.org/officeDocument/2006/relationships/image" Target="/ppt/media/image3.png" Id="R6530f3d9e271421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9825007d973b458a" /><Relationship Type="http://schemas.openxmlformats.org/officeDocument/2006/relationships/image" Target="/ppt/media/image2.png" Id="Rab1b5042c35a4fd6" /><Relationship Type="http://schemas.openxmlformats.org/officeDocument/2006/relationships/image" Target="/ppt/media/image3.png" Id="R1e50bd492f7f432c"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6851098df3e485f" /><Relationship Type="http://schemas.openxmlformats.org/officeDocument/2006/relationships/image" Target="/ppt/media/image2.png" Id="R8bfd44af895b4801" /><Relationship Type="http://schemas.openxmlformats.org/officeDocument/2006/relationships/image" Target="/ppt/media/image3.png" Id="R45d13f6140f648d0"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f54f2a3f5618439b"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6dc612350dc54877"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aabbc039d0b4e22"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53C70307-733C-41DA-90F2-3B5E9457F4FF}"/>
              </a:ext>
            </a:extLst>
          </p:cNvPr>
          <p:cNvPicPr>
            <a:picLocks xmlns:a="http://schemas.openxmlformats.org/drawingml/2006/main" noChangeAspect="1"/>
          </p:cNvPicPr>
          <p:nvPr/>
        </p:nvPicPr>
        <p:blipFill>
          <a:blip xmlns:r="http://schemas.openxmlformats.org/officeDocument/2006/relationships" xmlns:a="http://schemas.openxmlformats.org/drawingml/2006/main" r:embed="R352c643c86a546ed"/>
          <a:stretch xmlns:a="http://schemas.openxmlformats.org/drawingml/2006/main">
            <a:fillRect l="0" t="0" r="0" b="0"/>
          </a:stretch>
        </p:blipFill>
        <p:spPr>
          <a:xfrm xmlns:a="http://schemas.openxmlformats.org/drawingml/2006/main">
            <a:off x="1" y="3182138"/>
            <a:ext cx="6726063" cy="206957"/>
          </a:xfrm>
          <a:prstGeom xmlns:a="http://schemas.openxmlformats.org/drawingml/2006/main" prst="rect">
            <a:avLst/>
          </a:prstGeom>
        </p:spPr>
      </p:pic>
      <p:pic>
        <p:nvPicPr>
          <p:cNvPr id="8" name="Picture 7">
            <a:extLst xmlns:a="http://schemas.openxmlformats.org/drawingml/2006/main">
              <a:ext uri="{FF2B5EF4-FFF2-40B4-BE49-F238E27FC236}">
                <a16:creationId xmlns:a16="http://schemas.microsoft.com/office/drawing/2014/main" id="{509C805F-E2AB-4D1D-933B-E1EED83FC6E9}"/>
              </a:ext>
            </a:extLst>
          </p:cNvPr>
          <p:cNvPicPr>
            <a:picLocks xmlns:a="http://schemas.openxmlformats.org/drawingml/2006/main" noChangeAspect="1"/>
          </p:cNvPicPr>
          <p:nvPr/>
        </p:nvPicPr>
        <p:blipFill>
          <a:blip xmlns:r="http://schemas.openxmlformats.org/officeDocument/2006/relationships" xmlns:a="http://schemas.openxmlformats.org/drawingml/2006/main" r:embed="R7903e0c1dc5e4ae8"/>
          <a:stretch xmlns:a="http://schemas.openxmlformats.org/drawingml/2006/main">
            <a:fillRect l="0" t="0" r="0" b="0"/>
          </a:stretch>
        </p:blipFill>
        <p:spPr>
          <a:xfrm xmlns:a="http://schemas.openxmlformats.org/drawingml/2006/main">
            <a:off x="6833787" y="3182884"/>
            <a:ext cx="2307831" cy="207705"/>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F58A0E9A-1377-4F53-BD3D-BBBFEBFE0769}"/>
              </a:ext>
            </a:extLst>
          </p:cNvPr>
          <p:cNvSpPr>
            <a:spLocks xmlns:a="http://schemas.openxmlformats.org/drawingml/2006/main" noGrp="1"/>
          </p:cNvSpPr>
          <p:nvPr/>
        </p:nvSpPr>
        <p:spPr>
          <a:xfrm xmlns:a="http://schemas.openxmlformats.org/drawingml/2006/main">
            <a:off x="0" y="1942559"/>
            <a:ext cx="6726064" cy="12452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0" name="Rectangle 9">
            <a:extLst xmlns:a="http://schemas.openxmlformats.org/drawingml/2006/main">
              <a:ext uri="{FF2B5EF4-FFF2-40B4-BE49-F238E27FC236}">
                <a16:creationId xmlns:a16="http://schemas.microsoft.com/office/drawing/2014/main" id="{69E583C0-6E08-49EB-B86E-E9ED600C8885}"/>
              </a:ext>
            </a:extLst>
          </p:cNvPr>
          <p:cNvSpPr>
            <a:spLocks xmlns:a="http://schemas.openxmlformats.org/drawingml/2006/main" noGrp="1"/>
          </p:cNvSpPr>
          <p:nvPr/>
        </p:nvSpPr>
        <p:spPr>
          <a:xfrm xmlns:a="http://schemas.openxmlformats.org/drawingml/2006/main">
            <a:off x="6833787" y="1942559"/>
            <a:ext cx="2307832" cy="12452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A6D3274B-097F-42F1-8B8C-9E6B43B27FEF}"/>
              </a:ext>
            </a:extLst>
          </p:cNvPr>
          <p:cNvSpPr>
            <a:spLocks xmlns:a="http://schemas.openxmlformats.org/drawingml/2006/main" noGrp="1"/>
          </p:cNvSpPr>
          <p:nvPr>
            <p:ph type="ctrTitle" idx="0"/>
          </p:nvPr>
        </p:nvSpPr>
        <p:spPr>
          <a:xfrm xmlns:a="http://schemas.openxmlformats.org/drawingml/2006/main">
            <a:off x="510241" y="2050282"/>
            <a:ext cx="6108101" cy="1029803"/>
          </a:xfrm>
        </p:spPr>
        <p:txBody>
          <a:bodyPr xmlns:a="http://schemas.openxmlformats.org/drawingml/2006/main" anchor="b">
            <a:noAutofit/>
          </a:bodyPr>
          <a:lstStyle xmlns:a="http://schemas.openxmlformats.org/drawingml/2006/main">
            <a:lvl1pPr algn="r">
              <a:buNone/>
              <a:defRPr sz="4050"/>
            </a:lvl1pPr>
          </a:lstStyle>
          <a:p xmlns:a="http://schemas.openxmlformats.org/drawingml/2006/main">
            <a:r>
              <a:t>Haga clic para modificar el estilo de título del patrón</a:t>
            </a:r>
            <a:endParaRPr/>
          </a:p>
        </p:txBody>
      </p:sp>
      <p:sp>
        <p:nvSpPr>
          <p:cNvPr id="3" name="Subtitle 2">
            <a:extLst xmlns:a="http://schemas.openxmlformats.org/drawingml/2006/main">
              <a:ext uri="{FF2B5EF4-FFF2-40B4-BE49-F238E27FC236}">
                <a16:creationId xmlns:a16="http://schemas.microsoft.com/office/drawing/2014/main" id="{892E2355-EE69-4AA1-94DD-DAC277A98167}"/>
              </a:ext>
            </a:extLst>
          </p:cNvPr>
          <p:cNvSpPr>
            <a:spLocks xmlns:a="http://schemas.openxmlformats.org/drawingml/2006/main" noGrp="1"/>
          </p:cNvSpPr>
          <p:nvPr>
            <p:ph type="subTitle" idx="1"/>
          </p:nvPr>
        </p:nvSpPr>
        <p:spPr>
          <a:xfrm xmlns:a="http://schemas.openxmlformats.org/drawingml/2006/main">
            <a:off x="510241" y="3295530"/>
            <a:ext cx="6108101" cy="838265"/>
          </a:xfrm>
        </p:spPr>
        <p:txBody>
          <a:bodyPr xmlns:a="http://schemas.openxmlformats.org/drawingml/2006/main">
            <a:normAutofit/>
          </a:bodyPr>
          <a:lstStyle xmlns:a="http://schemas.openxmlformats.org/drawingml/2006/main">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Haga clic para modificar el estilo de subtítulo del patrón</a:t>
            </a:r>
            <a:endParaRPr/>
          </a:p>
        </p:txBody>
      </p:sp>
      <p:sp>
        <p:nvSpPr>
          <p:cNvPr id="4" name="Date Placeholder 3">
            <a:extLst xmlns:a="http://schemas.openxmlformats.org/drawingml/2006/main">
              <a:ext uri="{FF2B5EF4-FFF2-40B4-BE49-F238E27FC236}">
                <a16:creationId xmlns:a16="http://schemas.microsoft.com/office/drawing/2014/main" id="{D832C525-FA6A-411F-B0D4-037A1EC8BC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F4C8E8D3-421B-4DBC-8DF8-D095A37B11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EBB44CF-7C73-473B-A353-3106BF2AAE81}"/>
              </a:ext>
            </a:extLst>
          </p:cNvPr>
          <p:cNvSpPr>
            <a:spLocks xmlns:a="http://schemas.openxmlformats.org/drawingml/2006/main" noGrp="1"/>
          </p:cNvSpPr>
          <p:nvPr>
            <p:ph type="sldNum" idx="12"/>
          </p:nvPr>
        </p:nvSpPr>
        <p:spPr>
          <a:xfrm xmlns:a="http://schemas.openxmlformats.org/drawingml/2006/main">
            <a:off x="6941510" y="2062753"/>
            <a:ext cx="878916" cy="101733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BD33C858-247F-4491-9D78-A9520943C8F7}"/>
              </a:ext>
            </a:extLst>
          </p:cNvPr>
          <p:cNvPicPr>
            <a:picLocks xmlns:a="http://schemas.openxmlformats.org/drawingml/2006/main" noChangeAspect="1"/>
          </p:cNvPicPr>
          <p:nvPr/>
        </p:nvPicPr>
        <p:blipFill>
          <a:blip xmlns:r="http://schemas.openxmlformats.org/officeDocument/2006/relationships" xmlns:a="http://schemas.openxmlformats.org/drawingml/2006/main" r:embed="R650a19dc204d4e46"/>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16" name="Picture 15">
            <a:extLst xmlns:a="http://schemas.openxmlformats.org/drawingml/2006/main">
              <a:ext uri="{FF2B5EF4-FFF2-40B4-BE49-F238E27FC236}">
                <a16:creationId xmlns:a16="http://schemas.microsoft.com/office/drawing/2014/main" id="{152AD6D0-92EA-4365-8332-9353CAA10F64}"/>
              </a:ext>
            </a:extLst>
          </p:cNvPr>
          <p:cNvPicPr>
            <a:picLocks xmlns:a="http://schemas.openxmlformats.org/drawingml/2006/main" noChangeAspect="1"/>
          </p:cNvPicPr>
          <p:nvPr/>
        </p:nvPicPr>
        <p:blipFill>
          <a:blip xmlns:r="http://schemas.openxmlformats.org/officeDocument/2006/relationships" xmlns:a="http://schemas.openxmlformats.org/drawingml/2006/main" r:embed="Rc84b944cbc6b438f"/>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F1E451FD-7D26-4EA8-80CE-402D4556E765}"/>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8" name="Rectangle 17">
            <a:extLst xmlns:a="http://schemas.openxmlformats.org/drawingml/2006/main">
              <a:ext uri="{FF2B5EF4-FFF2-40B4-BE49-F238E27FC236}">
                <a16:creationId xmlns:a16="http://schemas.microsoft.com/office/drawing/2014/main" id="{5DAECECA-612F-4ECA-AFA5-1704B32F4E22}"/>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0B22E7F6-74C4-4EF0-BE7F-73E99B9859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DB04E408-9DD9-418C-852E-06D7FED613F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96534C47-87B2-4841-903F-3612AC195D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05F772C0-759D-4E85-B268-AF0A216CE6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ED72DA-C8A8-43B8-8D80-3C857666DD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33FE62E5-FE63-4361-BC78-5BE3754890CD}"/>
              </a:ext>
            </a:extLst>
          </p:cNvPr>
          <p:cNvPicPr>
            <a:picLocks xmlns:a="http://schemas.openxmlformats.org/drawingml/2006/main" noChangeAspect="1"/>
          </p:cNvPicPr>
          <p:nvPr/>
        </p:nvPicPr>
        <p:blipFill>
          <a:blip xmlns:r="http://schemas.openxmlformats.org/officeDocument/2006/relationships" xmlns:a="http://schemas.openxmlformats.org/drawingml/2006/main" r:embed="R863bcf6e39e04c7d"/>
          <a:stretch xmlns:a="http://schemas.openxmlformats.org/drawingml/2006/main">
            <a:fillRect l="0" t="0" r="0" b="0"/>
          </a:stretch>
        </p:blipFill>
        <p:spPr>
          <a:xfrm xmlns:a="http://schemas.openxmlformats.org/drawingml/2006/main">
            <a:off x="-1" y="3065180"/>
            <a:ext cx="7828359" cy="240873"/>
          </a:xfrm>
          <a:prstGeom xmlns:a="http://schemas.openxmlformats.org/drawingml/2006/main" prst="rect">
            <a:avLst/>
          </a:prstGeom>
        </p:spPr>
      </p:pic>
      <p:pic>
        <p:nvPicPr>
          <p:cNvPr id="8" name="Picture 7">
            <a:extLst xmlns:a="http://schemas.openxmlformats.org/drawingml/2006/main">
              <a:ext uri="{FF2B5EF4-FFF2-40B4-BE49-F238E27FC236}">
                <a16:creationId xmlns:a16="http://schemas.microsoft.com/office/drawing/2014/main" id="{DB21BA20-A68C-4F13-BBB0-D091DDD7299B}"/>
              </a:ext>
            </a:extLst>
          </p:cNvPr>
          <p:cNvPicPr>
            <a:picLocks xmlns:a="http://schemas.openxmlformats.org/drawingml/2006/main" noChangeAspect="1"/>
          </p:cNvPicPr>
          <p:nvPr/>
        </p:nvPicPr>
        <p:blipFill>
          <a:blip xmlns:r="http://schemas.openxmlformats.org/officeDocument/2006/relationships" xmlns:a="http://schemas.openxmlformats.org/drawingml/2006/main" r:embed="R51ea2486dbed4eea"/>
          <a:stretch xmlns:a="http://schemas.openxmlformats.org/drawingml/2006/main">
            <a:fillRect l="0" t="0" r="0" b="0"/>
          </a:stretch>
        </p:blipFill>
        <p:spPr>
          <a:xfrm xmlns:a="http://schemas.openxmlformats.org/drawingml/2006/main">
            <a:off x="7939368" y="3065926"/>
            <a:ext cx="1202248" cy="108203"/>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6BD32EA8-8B91-4DCD-BA33-098242960E11}"/>
              </a:ext>
            </a:extLst>
          </p:cNvPr>
          <p:cNvSpPr>
            <a:spLocks xmlns:a="http://schemas.openxmlformats.org/drawingml/2006/main" noGrp="1"/>
          </p:cNvSpPr>
          <p:nvPr/>
        </p:nvSpPr>
        <p:spPr>
          <a:xfrm xmlns:a="http://schemas.openxmlformats.org/drawingml/2006/main">
            <a:off x="-2" y="20447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0" name="Rectangle 9">
            <a:extLst xmlns:a="http://schemas.openxmlformats.org/drawingml/2006/main">
              <a:ext uri="{FF2B5EF4-FFF2-40B4-BE49-F238E27FC236}">
                <a16:creationId xmlns:a16="http://schemas.microsoft.com/office/drawing/2014/main" id="{696593C0-6757-4761-9ECA-42F948A9B8FE}"/>
              </a:ext>
            </a:extLst>
          </p:cNvPr>
          <p:cNvSpPr>
            <a:spLocks xmlns:a="http://schemas.openxmlformats.org/drawingml/2006/main" noGrp="1"/>
          </p:cNvSpPr>
          <p:nvPr/>
        </p:nvSpPr>
        <p:spPr>
          <a:xfrm xmlns:a="http://schemas.openxmlformats.org/drawingml/2006/main">
            <a:off x="7939369" y="20447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D1C4F3E9-4053-49DD-8F46-CA445132E797}"/>
              </a:ext>
            </a:extLst>
          </p:cNvPr>
          <p:cNvSpPr>
            <a:spLocks xmlns:a="http://schemas.openxmlformats.org/drawingml/2006/main" noGrp="1"/>
          </p:cNvSpPr>
          <p:nvPr>
            <p:ph type="title" idx="0"/>
          </p:nvPr>
        </p:nvSpPr>
        <p:spPr>
          <a:xfrm xmlns:a="http://schemas.openxmlformats.org/drawingml/2006/main">
            <a:off x="510242" y="2152421"/>
            <a:ext cx="7210395" cy="818091"/>
          </a:xfrm>
        </p:spPr>
        <p:txBody>
          <a:bodyPr xmlns:a="http://schemas.openxmlformats.org/drawingml/2006/main" anchor="ctr">
            <a:normAutofit/>
          </a:bodyPr>
          <a:lstStyle xmlns:a="http://schemas.openxmlformats.org/drawingml/2006/main">
            <a:lvl1pPr algn="r">
              <a:buNone/>
              <a:defRPr sz="2700"/>
            </a:lvl1pPr>
          </a:lstStyle>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F6FD80D6-12DD-4207-A9D7-EF81430F1F0D}"/>
              </a:ext>
            </a:extLst>
          </p:cNvPr>
          <p:cNvSpPr>
            <a:spLocks xmlns:a="http://schemas.openxmlformats.org/drawingml/2006/main" noGrp="1"/>
          </p:cNvSpPr>
          <p:nvPr>
            <p:ph type="body" idx="1"/>
          </p:nvPr>
        </p:nvSpPr>
        <p:spPr>
          <a:xfrm xmlns:a="http://schemas.openxmlformats.org/drawingml/2006/main">
            <a:off x="510242" y="3174129"/>
            <a:ext cx="7210395" cy="1278013"/>
          </a:xfrm>
        </p:spPr>
        <p:txBody>
          <a:bodyPr xmlns:a="http://schemas.openxmlformats.org/drawingml/2006/main">
            <a:normAutofit/>
          </a:bodyPr>
          <a:lstStyle xmlns:a="http://schemas.openxmlformats.org/drawingml/2006/main">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Haga clic para modificar los estilos de texto del patrón</a:t>
            </a:r>
          </a:p>
        </p:txBody>
      </p:sp>
      <p:sp>
        <p:nvSpPr>
          <p:cNvPr id="4" name="Date Placeholder 3">
            <a:extLst xmlns:a="http://schemas.openxmlformats.org/drawingml/2006/main">
              <a:ext uri="{FF2B5EF4-FFF2-40B4-BE49-F238E27FC236}">
                <a16:creationId xmlns:a16="http://schemas.microsoft.com/office/drawing/2014/main" id="{58F8858D-76B5-4710-84F7-7904299019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796027F-7875-4030-9381-8BD8C4F21935}"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1EEF5049-0E35-46C0-A90A-6852345F2C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18D28B6-F440-4DBA-859D-A27F56D4BE48}"/>
              </a:ext>
            </a:extLst>
          </p:cNvPr>
          <p:cNvSpPr>
            <a:spLocks xmlns:a="http://schemas.openxmlformats.org/drawingml/2006/main" noGrp="1"/>
          </p:cNvSpPr>
          <p:nvPr>
            <p:ph type="sldNum" idx="12"/>
          </p:nvPr>
        </p:nvSpPr>
        <p:spPr>
          <a:xfrm xmlns:a="http://schemas.openxmlformats.org/drawingml/2006/main">
            <a:off x="8047092" y="2152422"/>
            <a:ext cx="865613" cy="81809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B0C266D9-A97A-4866-A401-819F1D9A4671}"/>
              </a:ext>
            </a:extLst>
          </p:cNvPr>
          <p:cNvPicPr>
            <a:picLocks xmlns:a="http://schemas.openxmlformats.org/drawingml/2006/main" noChangeAspect="1"/>
          </p:cNvPicPr>
          <p:nvPr/>
        </p:nvPicPr>
        <p:blipFill>
          <a:blip xmlns:r="http://schemas.openxmlformats.org/officeDocument/2006/relationships" xmlns:a="http://schemas.openxmlformats.org/drawingml/2006/main" r:embed="Rfc907575619a41f6"/>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3BC21D35-2EA6-4C66-8691-BF8A262FDE2D}"/>
              </a:ext>
            </a:extLst>
          </p:cNvPr>
          <p:cNvPicPr>
            <a:picLocks xmlns:a="http://schemas.openxmlformats.org/drawingml/2006/main" noChangeAspect="1"/>
          </p:cNvPicPr>
          <p:nvPr/>
        </p:nvPicPr>
        <p:blipFill>
          <a:blip xmlns:r="http://schemas.openxmlformats.org/officeDocument/2006/relationships" xmlns:a="http://schemas.openxmlformats.org/drawingml/2006/main" r:embed="R827d88ea101447c5"/>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C39AC39B-98DB-4718-AE40-EB28A33730A6}"/>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1" name="Rectangle 10">
            <a:extLst xmlns:a="http://schemas.openxmlformats.org/drawingml/2006/main">
              <a:ext uri="{FF2B5EF4-FFF2-40B4-BE49-F238E27FC236}">
                <a16:creationId xmlns:a16="http://schemas.microsoft.com/office/drawing/2014/main" id="{1173A75D-B880-4FB0-B8C0-FF876975A7DD}"/>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6DCC902A-EE25-4107-BBB5-7CC4FAD3DE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AB75CDAA-9A73-4726-AF4E-C338D550B279}"/>
              </a:ext>
            </a:extLst>
          </p:cNvPr>
          <p:cNvSpPr>
            <a:spLocks xmlns:a="http://schemas.openxmlformats.org/drawingml/2006/main" noGrp="1"/>
          </p:cNvSpPr>
          <p:nvPr>
            <p:ph idx="1"/>
          </p:nvPr>
        </p:nvSpPr>
        <p:spPr>
          <a:xfrm xmlns:a="http://schemas.openxmlformats.org/drawingml/2006/main">
            <a:off x="510240" y="1752655"/>
            <a:ext cx="3523769" cy="2699487"/>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Content Placeholder 3">
            <a:extLst xmlns:a="http://schemas.openxmlformats.org/drawingml/2006/main">
              <a:ext uri="{FF2B5EF4-FFF2-40B4-BE49-F238E27FC236}">
                <a16:creationId xmlns:a16="http://schemas.microsoft.com/office/drawing/2014/main" id="{73E0A082-1F7F-4028-8ADE-C325BB5E1211}"/>
              </a:ext>
            </a:extLst>
          </p:cNvPr>
          <p:cNvSpPr>
            <a:spLocks xmlns:a="http://schemas.openxmlformats.org/drawingml/2006/main" noGrp="1"/>
          </p:cNvSpPr>
          <p:nvPr>
            <p:ph idx="2"/>
          </p:nvPr>
        </p:nvSpPr>
        <p:spPr>
          <a:xfrm xmlns:a="http://schemas.openxmlformats.org/drawingml/2006/main">
            <a:off x="4195592" y="1752655"/>
            <a:ext cx="3525044" cy="2699487"/>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Date Placeholder 4">
            <a:extLst xmlns:a="http://schemas.openxmlformats.org/drawingml/2006/main">
              <a:ext uri="{FF2B5EF4-FFF2-40B4-BE49-F238E27FC236}">
                <a16:creationId xmlns:a16="http://schemas.microsoft.com/office/drawing/2014/main" id="{25068CA9-C566-4BAA-81B7-2F567BD6D2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A03169DD-EEC6-41CA-ABD5-E55A662714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EF0355C-5913-4837-9F6A-CC9F966012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pic>
        <p:nvPicPr>
          <p:cNvPr id="10" name="Picture 9">
            <a:extLst xmlns:a="http://schemas.openxmlformats.org/drawingml/2006/main">
              <a:ext uri="{FF2B5EF4-FFF2-40B4-BE49-F238E27FC236}">
                <a16:creationId xmlns:a16="http://schemas.microsoft.com/office/drawing/2014/main" id="{309B367B-8B97-4D22-9F74-BDCA0E4BB4F0}"/>
              </a:ext>
            </a:extLst>
          </p:cNvPr>
          <p:cNvPicPr>
            <a:picLocks xmlns:a="http://schemas.openxmlformats.org/drawingml/2006/main" noChangeAspect="1"/>
          </p:cNvPicPr>
          <p:nvPr/>
        </p:nvPicPr>
        <p:blipFill>
          <a:blip xmlns:r="http://schemas.openxmlformats.org/officeDocument/2006/relationships" xmlns:a="http://schemas.openxmlformats.org/drawingml/2006/main" r:embed="Rd9e8cfaeff5d4d1d"/>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11" name="Picture 10">
            <a:extLst xmlns:a="http://schemas.openxmlformats.org/drawingml/2006/main">
              <a:ext uri="{FF2B5EF4-FFF2-40B4-BE49-F238E27FC236}">
                <a16:creationId xmlns:a16="http://schemas.microsoft.com/office/drawing/2014/main" id="{B329AC86-6682-4218-AD17-846C579599B0}"/>
              </a:ext>
            </a:extLst>
          </p:cNvPr>
          <p:cNvPicPr>
            <a:picLocks xmlns:a="http://schemas.openxmlformats.org/drawingml/2006/main" noChangeAspect="1"/>
          </p:cNvPicPr>
          <p:nvPr/>
        </p:nvPicPr>
        <p:blipFill>
          <a:blip xmlns:r="http://schemas.openxmlformats.org/officeDocument/2006/relationships" xmlns:a="http://schemas.openxmlformats.org/drawingml/2006/main" r:embed="R2dc04281be8c477f"/>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58E3DA39-917C-429A-A36B-25A8494070C4}"/>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3" name="Rectangle 12">
            <a:extLst xmlns:a="http://schemas.openxmlformats.org/drawingml/2006/main">
              <a:ext uri="{FF2B5EF4-FFF2-40B4-BE49-F238E27FC236}">
                <a16:creationId xmlns:a16="http://schemas.microsoft.com/office/drawing/2014/main" id="{5721A3FB-07D2-4293-8121-E2BFA965B116}"/>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BC010E67-AE63-4A3A-959C-36CA504445F8}"/>
              </a:ext>
            </a:extLst>
          </p:cNvPr>
          <p:cNvSpPr>
            <a:spLocks xmlns:a="http://schemas.openxmlformats.org/drawingml/2006/main" noGrp="1"/>
          </p:cNvSpPr>
          <p:nvPr>
            <p:ph type="title" idx="0"/>
          </p:nvPr>
        </p:nvSpPr>
        <p:spPr>
          <a:xfrm xmlns:a="http://schemas.openxmlformats.org/drawingml/2006/main">
            <a:off x="510240" y="564922"/>
            <a:ext cx="7210397" cy="810703"/>
          </a:xfrm>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BDFBFEA1-63CC-4D6D-BF0C-FA6670AB4930}"/>
              </a:ext>
            </a:extLst>
          </p:cNvPr>
          <p:cNvSpPr>
            <a:spLocks xmlns:a="http://schemas.openxmlformats.org/drawingml/2006/main" noGrp="1"/>
          </p:cNvSpPr>
          <p:nvPr>
            <p:ph type="body" idx="1"/>
          </p:nvPr>
        </p:nvSpPr>
        <p:spPr>
          <a:xfrm xmlns:a="http://schemas.openxmlformats.org/drawingml/2006/main">
            <a:off x="679763" y="1752655"/>
            <a:ext cx="3354245" cy="519851"/>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4" name="Content Placeholder 3">
            <a:extLst xmlns:a="http://schemas.openxmlformats.org/drawingml/2006/main">
              <a:ext uri="{FF2B5EF4-FFF2-40B4-BE49-F238E27FC236}">
                <a16:creationId xmlns:a16="http://schemas.microsoft.com/office/drawing/2014/main" id="{46D01145-FA92-42CB-A1A3-FD79769F8547}"/>
              </a:ext>
            </a:extLst>
          </p:cNvPr>
          <p:cNvSpPr>
            <a:spLocks xmlns:a="http://schemas.openxmlformats.org/drawingml/2006/main" noGrp="1"/>
          </p:cNvSpPr>
          <p:nvPr>
            <p:ph idx="2"/>
          </p:nvPr>
        </p:nvSpPr>
        <p:spPr>
          <a:xfrm xmlns:a="http://schemas.openxmlformats.org/drawingml/2006/main">
            <a:off x="510242" y="2272507"/>
            <a:ext cx="3523766" cy="2179634"/>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Text Placeholder 4">
            <a:extLst xmlns:a="http://schemas.openxmlformats.org/drawingml/2006/main">
              <a:ext uri="{FF2B5EF4-FFF2-40B4-BE49-F238E27FC236}">
                <a16:creationId xmlns:a16="http://schemas.microsoft.com/office/drawing/2014/main" id="{FC76C0C6-59D3-43BF-A3E9-274185ADE3A2}"/>
              </a:ext>
            </a:extLst>
          </p:cNvPr>
          <p:cNvSpPr>
            <a:spLocks xmlns:a="http://schemas.openxmlformats.org/drawingml/2006/main" noGrp="1"/>
          </p:cNvSpPr>
          <p:nvPr>
            <p:ph type="body" idx="3"/>
          </p:nvPr>
        </p:nvSpPr>
        <p:spPr>
          <a:xfrm xmlns:a="http://schemas.openxmlformats.org/drawingml/2006/main">
            <a:off x="4365116" y="1752655"/>
            <a:ext cx="3355521" cy="519057"/>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6" name="Content Placeholder 5">
            <a:extLst xmlns:a="http://schemas.openxmlformats.org/drawingml/2006/main">
              <a:ext uri="{FF2B5EF4-FFF2-40B4-BE49-F238E27FC236}">
                <a16:creationId xmlns:a16="http://schemas.microsoft.com/office/drawing/2014/main" id="{EF868EBC-3E6B-4242-B77E-3F2168798904}"/>
              </a:ext>
            </a:extLst>
          </p:cNvPr>
          <p:cNvSpPr>
            <a:spLocks xmlns:a="http://schemas.openxmlformats.org/drawingml/2006/main" noGrp="1"/>
          </p:cNvSpPr>
          <p:nvPr>
            <p:ph idx="4"/>
          </p:nvPr>
        </p:nvSpPr>
        <p:spPr>
          <a:xfrm xmlns:a="http://schemas.openxmlformats.org/drawingml/2006/main">
            <a:off x="4195593" y="2272507"/>
            <a:ext cx="3525044" cy="2179634"/>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Date Placeholder 6">
            <a:extLst xmlns:a="http://schemas.openxmlformats.org/drawingml/2006/main">
              <a:ext uri="{FF2B5EF4-FFF2-40B4-BE49-F238E27FC236}">
                <a16:creationId xmlns:a16="http://schemas.microsoft.com/office/drawing/2014/main" id="{D60F3664-559F-4082-82F6-D9E46D2DA3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8" name="Footer Placeholder 7">
            <a:extLst xmlns:a="http://schemas.openxmlformats.org/drawingml/2006/main">
              <a:ext uri="{FF2B5EF4-FFF2-40B4-BE49-F238E27FC236}">
                <a16:creationId xmlns:a16="http://schemas.microsoft.com/office/drawing/2014/main" id="{C983A3DC-C807-46C7-84AB-6290D5722D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3CEBF67-84B8-4312-843C-48E51E1091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pic>
        <p:nvPicPr>
          <p:cNvPr id="6" name="Picture 5">
            <a:extLst xmlns:a="http://schemas.openxmlformats.org/drawingml/2006/main">
              <a:ext uri="{FF2B5EF4-FFF2-40B4-BE49-F238E27FC236}">
                <a16:creationId xmlns:a16="http://schemas.microsoft.com/office/drawing/2014/main" id="{7CF42658-F120-4F25-AAE5-EA4BA5006FCD}"/>
              </a:ext>
            </a:extLst>
          </p:cNvPr>
          <p:cNvPicPr>
            <a:picLocks xmlns:a="http://schemas.openxmlformats.org/drawingml/2006/main" noChangeAspect="1"/>
          </p:cNvPicPr>
          <p:nvPr/>
        </p:nvPicPr>
        <p:blipFill>
          <a:blip xmlns:r="http://schemas.openxmlformats.org/officeDocument/2006/relationships" xmlns:a="http://schemas.openxmlformats.org/drawingml/2006/main" r:embed="Rade9a34a11e44ec8"/>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7" name="Picture 6">
            <a:extLst xmlns:a="http://schemas.openxmlformats.org/drawingml/2006/main">
              <a:ext uri="{FF2B5EF4-FFF2-40B4-BE49-F238E27FC236}">
                <a16:creationId xmlns:a16="http://schemas.microsoft.com/office/drawing/2014/main" id="{5004B878-C2D3-4908-877F-A24C2AD7FC9E}"/>
              </a:ext>
            </a:extLst>
          </p:cNvPr>
          <p:cNvPicPr>
            <a:picLocks xmlns:a="http://schemas.openxmlformats.org/drawingml/2006/main" noChangeAspect="1"/>
          </p:cNvPicPr>
          <p:nvPr/>
        </p:nvPicPr>
        <p:blipFill>
          <a:blip xmlns:r="http://schemas.openxmlformats.org/officeDocument/2006/relationships" xmlns:a="http://schemas.openxmlformats.org/drawingml/2006/main" r:embed="R8896d23c4fa54181"/>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1379963B-AFF3-456C-8C2E-64FE11B50D4B}"/>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9" name="Rectangle 8">
            <a:extLst xmlns:a="http://schemas.openxmlformats.org/drawingml/2006/main">
              <a:ext uri="{FF2B5EF4-FFF2-40B4-BE49-F238E27FC236}">
                <a16:creationId xmlns:a16="http://schemas.microsoft.com/office/drawing/2014/main" id="{A7DD42AC-42B2-4261-BE8E-A4B6B6C4091B}"/>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F8913F6E-CA23-41F3-B140-E896AD1DCD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Date Placeholder 2">
            <a:extLst xmlns:a="http://schemas.openxmlformats.org/drawingml/2006/main">
              <a:ext uri="{FF2B5EF4-FFF2-40B4-BE49-F238E27FC236}">
                <a16:creationId xmlns:a16="http://schemas.microsoft.com/office/drawing/2014/main" id="{16ABC8E4-374D-4570-B13C-621EF7DDB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509A250-FF31-4206-8172-F9D3106AACB1}" type="datetimeFigureOut">
              <a:t>10/3/2026</a:t>
            </a:fld>
            <a:endParaRPr/>
          </a:p>
        </p:txBody>
      </p:sp>
      <p:sp>
        <p:nvSpPr>
          <p:cNvPr id="4" name="Footer Placeholder 3">
            <a:extLst xmlns:a="http://schemas.openxmlformats.org/drawingml/2006/main">
              <a:ext uri="{FF2B5EF4-FFF2-40B4-BE49-F238E27FC236}">
                <a16:creationId xmlns:a16="http://schemas.microsoft.com/office/drawing/2014/main" id="{5E9A55AA-C019-48DF-8EE5-7BB9370F65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DC20421-14B1-4024-9869-EA620A8C5A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EE0E6A59-7C7A-4546-B0F7-666C00E65720}"/>
              </a:ext>
            </a:extLst>
          </p:cNvPr>
          <p:cNvPicPr>
            <a:picLocks xmlns:a="http://schemas.openxmlformats.org/drawingml/2006/main" noChangeAspect="1"/>
          </p:cNvPicPr>
          <p:nvPr/>
        </p:nvPicPr>
        <p:blipFill>
          <a:blip xmlns:r="http://schemas.openxmlformats.org/officeDocument/2006/relationships" xmlns:a="http://schemas.openxmlformats.org/drawingml/2006/main" r:embed="R521e7f460d7940ab"/>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2FD20276-2449-4EAA-9978-84DC12A9901C}"/>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Date Placeholder 1">
            <a:extLst xmlns:a="http://schemas.openxmlformats.org/drawingml/2006/main">
              <a:ext uri="{FF2B5EF4-FFF2-40B4-BE49-F238E27FC236}">
                <a16:creationId xmlns:a16="http://schemas.microsoft.com/office/drawing/2014/main" id="{AF1020FE-29E8-4984-B993-0D7DD99B86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509A250-FF31-4206-8172-F9D3106AACB1}" type="datetimeFigureOut">
              <a:t>10/3/2026</a:t>
            </a:fld>
            <a:endParaRPr/>
          </a:p>
        </p:txBody>
      </p:sp>
      <p:sp>
        <p:nvSpPr>
          <p:cNvPr id="3" name="Footer Placeholder 2">
            <a:extLst xmlns:a="http://schemas.openxmlformats.org/drawingml/2006/main">
              <a:ext uri="{FF2B5EF4-FFF2-40B4-BE49-F238E27FC236}">
                <a16:creationId xmlns:a16="http://schemas.microsoft.com/office/drawing/2014/main" id="{5AE1A495-682C-436E-A6A8-B27AF81F5D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9001805-A6E3-4F68-9027-15B996334A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FD1E30D0-223E-46B5-9B47-7073FD004522}"/>
              </a:ext>
            </a:extLst>
          </p:cNvPr>
          <p:cNvPicPr>
            <a:picLocks xmlns:a="http://schemas.openxmlformats.org/drawingml/2006/main" noChangeAspect="1"/>
          </p:cNvPicPr>
          <p:nvPr/>
        </p:nvPicPr>
        <p:blipFill>
          <a:blip xmlns:r="http://schemas.openxmlformats.org/officeDocument/2006/relationships" xmlns:a="http://schemas.openxmlformats.org/drawingml/2006/main" r:embed="Rb31e287bbdb64ed8"/>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710060E7-0C2F-4CF3-AD74-8CF3380AA418}"/>
              </a:ext>
            </a:extLst>
          </p:cNvPr>
          <p:cNvPicPr>
            <a:picLocks xmlns:a="http://schemas.openxmlformats.org/drawingml/2006/main" noChangeAspect="1"/>
          </p:cNvPicPr>
          <p:nvPr/>
        </p:nvPicPr>
        <p:blipFill>
          <a:blip xmlns:r="http://schemas.openxmlformats.org/officeDocument/2006/relationships" xmlns:a="http://schemas.openxmlformats.org/drawingml/2006/main" r:embed="Rfddf468fee5c4463"/>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1A87B5EA-EC3C-49D7-AA01-F5D8B11EE3C1}"/>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1" name="Rectangle 10">
            <a:extLst xmlns:a="http://schemas.openxmlformats.org/drawingml/2006/main">
              <a:ext uri="{FF2B5EF4-FFF2-40B4-BE49-F238E27FC236}">
                <a16:creationId xmlns:a16="http://schemas.microsoft.com/office/drawing/2014/main" id="{C5ED7916-F77B-4BED-90A3-54E893A44B65}"/>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62694EEA-FF49-424F-905A-DF477CB4D85C}"/>
              </a:ext>
            </a:extLst>
          </p:cNvPr>
          <p:cNvSpPr>
            <a:spLocks xmlns:a="http://schemas.openxmlformats.org/drawingml/2006/main" noGrp="1"/>
          </p:cNvSpPr>
          <p:nvPr>
            <p:ph type="title" idx="0"/>
          </p:nvPr>
        </p:nvSpPr>
        <p:spPr>
          <a:xfrm xmlns:a="http://schemas.openxmlformats.org/drawingml/2006/main">
            <a:off x="510241" y="564920"/>
            <a:ext cx="7210394" cy="810705"/>
          </a:xfrm>
        </p:spPr>
        <p:txBody>
          <a:bodyPr xmlns:a="http://schemas.openxmlformats.org/drawingml/2006/main" anchor="ctr">
            <a:normAutofit/>
          </a:bodyPr>
          <a:lstStyle xmlns:a="http://schemas.openxmlformats.org/drawingml/2006/main">
            <a:lvl1pPr>
              <a:buNone/>
              <a:defRPr sz="2700"/>
            </a:lvl1pPr>
          </a:lstStyle>
          <a:p xmlns:a="http://schemas.openxmlformats.org/drawingml/2006/main">
            <a:r>
              <a:t>Haga clic para modificar el estilo de título del patrón</a:t>
            </a:r>
            <a:endParaRPr/>
          </a:p>
        </p:txBody>
      </p:sp>
      <p:sp>
        <p:nvSpPr>
          <p:cNvPr id="3" name="Content Placeholder 2">
            <a:extLst xmlns:a="http://schemas.openxmlformats.org/drawingml/2006/main">
              <a:ext uri="{FF2B5EF4-FFF2-40B4-BE49-F238E27FC236}">
                <a16:creationId xmlns:a16="http://schemas.microsoft.com/office/drawing/2014/main" id="{961BD120-35E5-4C7A-84F9-78F4AC1DE764}"/>
              </a:ext>
            </a:extLst>
          </p:cNvPr>
          <p:cNvSpPr>
            <a:spLocks xmlns:a="http://schemas.openxmlformats.org/drawingml/2006/main" noGrp="1"/>
          </p:cNvSpPr>
          <p:nvPr>
            <p:ph idx="1"/>
          </p:nvPr>
        </p:nvSpPr>
        <p:spPr>
          <a:xfrm xmlns:a="http://schemas.openxmlformats.org/drawingml/2006/main">
            <a:off x="3514385" y="1752655"/>
            <a:ext cx="4206252" cy="2699485"/>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Text Placeholder 3">
            <a:extLst xmlns:a="http://schemas.openxmlformats.org/drawingml/2006/main">
              <a:ext uri="{FF2B5EF4-FFF2-40B4-BE49-F238E27FC236}">
                <a16:creationId xmlns:a16="http://schemas.microsoft.com/office/drawing/2014/main" id="{3AA0A77A-FE55-4C50-9498-2FA4596B08F7}"/>
              </a:ext>
            </a:extLst>
          </p:cNvPr>
          <p:cNvSpPr>
            <a:spLocks xmlns:a="http://schemas.openxmlformats.org/drawingml/2006/main" noGrp="1"/>
          </p:cNvSpPr>
          <p:nvPr>
            <p:ph type="body" idx="2"/>
          </p:nvPr>
        </p:nvSpPr>
        <p:spPr>
          <a:xfrm xmlns:a="http://schemas.openxmlformats.org/drawingml/2006/main">
            <a:off x="510241" y="1752654"/>
            <a:ext cx="2842559" cy="2699488"/>
          </a:xfrm>
        </p:spPr>
        <p:txBody>
          <a:bodyPr xmlns:a="http://schemas.openxmlformats.org/drawingml/2006/main" anchor="ctr"/>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8DFD8AB9-F4A3-4B30-8E62-FA9A516057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1B2BB669-6B40-48FD-B385-0A6DFBEEC1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503DAFF-46D1-4BC2-89D2-ABBDDCDB2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107B998E-9720-4E69-A225-F85FE0F5248F}"/>
              </a:ext>
            </a:extLst>
          </p:cNvPr>
          <p:cNvPicPr>
            <a:picLocks xmlns:a="http://schemas.openxmlformats.org/drawingml/2006/main" noChangeAspect="1"/>
          </p:cNvPicPr>
          <p:nvPr/>
        </p:nvPicPr>
        <p:blipFill>
          <a:blip xmlns:r="http://schemas.openxmlformats.org/officeDocument/2006/relationships" xmlns:a="http://schemas.openxmlformats.org/drawingml/2006/main" r:embed="Rdb80897439ce4dd7"/>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A27B6E69-91C2-44C7-B418-D77E58C7A250}"/>
              </a:ext>
            </a:extLst>
          </p:cNvPr>
          <p:cNvPicPr>
            <a:picLocks xmlns:a="http://schemas.openxmlformats.org/drawingml/2006/main" noChangeAspect="1"/>
          </p:cNvPicPr>
          <p:nvPr/>
        </p:nvPicPr>
        <p:blipFill>
          <a:blip xmlns:r="http://schemas.openxmlformats.org/officeDocument/2006/relationships" xmlns:a="http://schemas.openxmlformats.org/drawingml/2006/main" r:embed="Rbdee67566cd1476a"/>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C3611162-95DC-4AF1-AB56-6B12231C0913}"/>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1" name="Rectangle 10">
            <a:extLst xmlns:a="http://schemas.openxmlformats.org/drawingml/2006/main">
              <a:ext uri="{FF2B5EF4-FFF2-40B4-BE49-F238E27FC236}">
                <a16:creationId xmlns:a16="http://schemas.microsoft.com/office/drawing/2014/main" id="{4FB68908-EA1A-4D4C-8AE7-5719E3E6CBA5}"/>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3860152A-326F-451B-A31B-CD70E10CBA4E}"/>
              </a:ext>
            </a:extLst>
          </p:cNvPr>
          <p:cNvSpPr>
            <a:spLocks xmlns:a="http://schemas.openxmlformats.org/drawingml/2006/main" noGrp="1"/>
          </p:cNvSpPr>
          <p:nvPr>
            <p:ph type="title" idx="0"/>
          </p:nvPr>
        </p:nvSpPr>
        <p:spPr>
          <a:xfrm xmlns:a="http://schemas.openxmlformats.org/drawingml/2006/main">
            <a:off x="510243" y="564921"/>
            <a:ext cx="7210393" cy="810704"/>
          </a:xfrm>
        </p:spPr>
        <p:txBody>
          <a:bodyPr xmlns:a="http://schemas.openxmlformats.org/drawingml/2006/main" anchor="ctr">
            <a:normAutofit/>
          </a:bodyPr>
          <a:lstStyle xmlns:a="http://schemas.openxmlformats.org/drawingml/2006/main">
            <a:lvl1pPr>
              <a:buNone/>
              <a:defRPr sz="2700"/>
            </a:lvl1pPr>
          </a:lstStyle>
          <a:p xmlns:a="http://schemas.openxmlformats.org/drawingml/2006/main">
            <a:r>
              <a:t>Haga clic para modificar el estilo de título del patrón</a:t>
            </a:r>
            <a:endParaRPr/>
          </a:p>
        </p:txBody>
      </p:sp>
      <p:sp>
        <p:nvSpPr>
          <p:cNvPr id="3" name="Picture Placeholder 2">
            <a:extLst xmlns:a="http://schemas.openxmlformats.org/drawingml/2006/main">
              <a:ext uri="{FF2B5EF4-FFF2-40B4-BE49-F238E27FC236}">
                <a16:creationId xmlns:a16="http://schemas.microsoft.com/office/drawing/2014/main" id="{41027380-731D-4B05-AB33-BABF5094D4C0}"/>
              </a:ext>
            </a:extLst>
          </p:cNvPr>
          <p:cNvSpPr>
            <a:spLocks xmlns:a="http://schemas.openxmlformats.org/drawingml/2006/main" noGrp="1"/>
          </p:cNvSpPr>
          <p:nvPr>
            <p:ph type="pic" idx="1"/>
          </p:nvPr>
        </p:nvSpPr>
        <p:spPr>
          <a:xfrm xmlns:a="http://schemas.openxmlformats.org/drawingml/2006/main">
            <a:off x="3651250" y="1752656"/>
            <a:ext cx="4069387" cy="2699484"/>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76200" dist="63500" dir="5040000" algn="tl" rotWithShape="0">
              <a:srgbClr val="000000">
                <a:alpha val="41000"/>
              </a:srgbClr>
            </a:outerShdw>
          </a:effectLst>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Haga clic en el icono para agregar una imagen</a:t>
            </a:r>
            <a:endParaRPr/>
          </a:p>
        </p:txBody>
      </p:sp>
      <p:sp>
        <p:nvSpPr>
          <p:cNvPr id="4" name="Text Placeholder 3">
            <a:extLst xmlns:a="http://schemas.openxmlformats.org/drawingml/2006/main">
              <a:ext uri="{FF2B5EF4-FFF2-40B4-BE49-F238E27FC236}">
                <a16:creationId xmlns:a16="http://schemas.microsoft.com/office/drawing/2014/main" id="{EEB115D6-7EA5-4206-AA2C-D1ECDD733F26}"/>
              </a:ext>
            </a:extLst>
          </p:cNvPr>
          <p:cNvSpPr>
            <a:spLocks xmlns:a="http://schemas.openxmlformats.org/drawingml/2006/main" noGrp="1"/>
          </p:cNvSpPr>
          <p:nvPr>
            <p:ph type="body" idx="2"/>
          </p:nvPr>
        </p:nvSpPr>
        <p:spPr>
          <a:xfrm xmlns:a="http://schemas.openxmlformats.org/drawingml/2006/main">
            <a:off x="510242" y="1752655"/>
            <a:ext cx="2907192" cy="2699486"/>
          </a:xfrm>
        </p:spPr>
        <p:txBody>
          <a:bodyPr xmlns:a="http://schemas.openxmlformats.org/drawingml/2006/main" anchor="ctr"/>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0D046DF6-E6E8-493C-9D95-C575A088D4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509A250-FF31-4206-8172-F9D3106AACB1}"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607E5890-378D-4803-9E17-5D3ACF58E8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A18798D-3151-4229-AEFF-8CC47EC369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0.xml><?xml version="1.0" encoding="utf-8"?>
<p:sldLayout xmlns:p="http://schemas.openxmlformats.org/presentationml/2006/main" preserve="1">
  <p:cSld name="Imagen panorámica con descripción">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C4DA1216-B1B7-496A-8141-12BEDAD2C575}"/>
              </a:ext>
            </a:extLst>
          </p:cNvPr>
          <p:cNvPicPr>
            <a:picLocks xmlns:a="http://schemas.openxmlformats.org/drawingml/2006/main" noChangeAspect="1"/>
          </p:cNvPicPr>
          <p:nvPr/>
        </p:nvPicPr>
        <p:blipFill>
          <a:blip xmlns:r="http://schemas.openxmlformats.org/officeDocument/2006/relationships" xmlns:a="http://schemas.openxmlformats.org/drawingml/2006/main" r:embed="Ra353c2ee59cb4754"/>
          <a:stretch xmlns:a="http://schemas.openxmlformats.org/drawingml/2006/main">
            <a:fillRect l="0" t="0" r="0" b="0"/>
          </a:stretch>
        </p:blipFill>
        <p:spPr>
          <a:xfrm xmlns:a="http://schemas.openxmlformats.org/drawingml/2006/main">
            <a:off x="1" y="4446471"/>
            <a:ext cx="7828359" cy="240873"/>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2CF846F6-7BA1-4004-A3A3-90AE2608C051}"/>
              </a:ext>
            </a:extLst>
          </p:cNvPr>
          <p:cNvPicPr>
            <a:picLocks xmlns:a="http://schemas.openxmlformats.org/drawingml/2006/main" noChangeAspect="1"/>
          </p:cNvPicPr>
          <p:nvPr/>
        </p:nvPicPr>
        <p:blipFill>
          <a:blip xmlns:r="http://schemas.openxmlformats.org/officeDocument/2006/relationships" xmlns:a="http://schemas.openxmlformats.org/drawingml/2006/main" r:embed="R29c91eb7c5a54ae5"/>
          <a:stretch xmlns:a="http://schemas.openxmlformats.org/drawingml/2006/main">
            <a:fillRect l="0" t="0" r="0" b="0"/>
          </a:stretch>
        </p:blipFill>
        <p:spPr>
          <a:xfrm xmlns:a="http://schemas.openxmlformats.org/drawingml/2006/main">
            <a:off x="7939370" y="4447216"/>
            <a:ext cx="1202248" cy="108203"/>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7FFAE62-453E-4327-951B-DCAA3CE15119}"/>
              </a:ext>
            </a:extLst>
          </p:cNvPr>
          <p:cNvSpPr>
            <a:spLocks xmlns:a="http://schemas.openxmlformats.org/drawingml/2006/main" noGrp="1"/>
          </p:cNvSpPr>
          <p:nvPr/>
        </p:nvSpPr>
        <p:spPr>
          <a:xfrm xmlns:a="http://schemas.openxmlformats.org/drawingml/2006/main">
            <a:off x="0" y="3425991"/>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1" name="Rectangle 10">
            <a:extLst xmlns:a="http://schemas.openxmlformats.org/drawingml/2006/main">
              <a:ext uri="{FF2B5EF4-FFF2-40B4-BE49-F238E27FC236}">
                <a16:creationId xmlns:a16="http://schemas.microsoft.com/office/drawing/2014/main" id="{68D47BAD-FE7D-418F-940E-91F57104AF0B}"/>
              </a:ext>
            </a:extLst>
          </p:cNvPr>
          <p:cNvSpPr>
            <a:spLocks xmlns:a="http://schemas.openxmlformats.org/drawingml/2006/main" noGrp="1"/>
          </p:cNvSpPr>
          <p:nvPr/>
        </p:nvSpPr>
        <p:spPr>
          <a:xfrm xmlns:a="http://schemas.openxmlformats.org/drawingml/2006/main">
            <a:off x="7939371" y="3425991"/>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052E5231-568D-42AD-8A88-E81320571BC3}"/>
              </a:ext>
            </a:extLst>
          </p:cNvPr>
          <p:cNvSpPr>
            <a:spLocks xmlns:a="http://schemas.openxmlformats.org/drawingml/2006/main" noGrp="1"/>
          </p:cNvSpPr>
          <p:nvPr>
            <p:ph type="title" idx="0"/>
          </p:nvPr>
        </p:nvSpPr>
        <p:spPr>
          <a:xfrm xmlns:a="http://schemas.openxmlformats.org/drawingml/2006/main">
            <a:off x="510242" y="3533713"/>
            <a:ext cx="7210394" cy="339788"/>
          </a:xfrm>
        </p:spPr>
        <p:txBody>
          <a:bodyPr xmlns:a="http://schemas.openxmlformats.org/drawingml/2006/main" anchor="b">
            <a:normAutofit/>
          </a:bodyPr>
          <a:lstStyle xmlns:a="http://schemas.openxmlformats.org/drawingml/2006/main">
            <a:lvl1pPr>
              <a:buNone/>
              <a:defRPr sz="1800"/>
            </a:lvl1pPr>
          </a:lstStyle>
          <a:p xmlns:a="http://schemas.openxmlformats.org/drawingml/2006/main">
            <a:r>
              <a:t>Haga clic para modificar el estilo de título del patrón</a:t>
            </a:r>
            <a:endParaRPr/>
          </a:p>
        </p:txBody>
      </p:sp>
      <p:sp>
        <p:nvSpPr>
          <p:cNvPr id="3" name="Picture Placeholder 2">
            <a:extLst xmlns:a="http://schemas.openxmlformats.org/drawingml/2006/main">
              <a:ext uri="{FF2B5EF4-FFF2-40B4-BE49-F238E27FC236}">
                <a16:creationId xmlns:a16="http://schemas.microsoft.com/office/drawing/2014/main" id="{77B643F7-E720-4B49-830C-842AA2F09595}"/>
              </a:ext>
            </a:extLst>
          </p:cNvPr>
          <p:cNvSpPr>
            <a:spLocks xmlns:a="http://schemas.openxmlformats.org/drawingml/2006/main" noGrp="1"/>
          </p:cNvSpPr>
          <p:nvPr>
            <p:ph type="pic" idx="1"/>
          </p:nvPr>
        </p:nvSpPr>
        <p:spPr>
          <a:xfrm xmlns:a="http://schemas.openxmlformats.org/drawingml/2006/main">
            <a:off x="510242" y="457198"/>
            <a:ext cx="7210394" cy="2692181"/>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76200" dist="63500" dir="5040000" algn="tl" rotWithShape="0">
              <a:srgbClr val="000000">
                <a:alpha val="41000"/>
              </a:srgbClr>
            </a:outerShdw>
          </a:effectLst>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Haga clic en el icono para agregar una imagen</a:t>
            </a:r>
            <a:endParaRPr/>
          </a:p>
        </p:txBody>
      </p:sp>
      <p:sp>
        <p:nvSpPr>
          <p:cNvPr id="4" name="Text Placeholder 3">
            <a:extLst xmlns:a="http://schemas.openxmlformats.org/drawingml/2006/main">
              <a:ext uri="{FF2B5EF4-FFF2-40B4-BE49-F238E27FC236}">
                <a16:creationId xmlns:a16="http://schemas.microsoft.com/office/drawing/2014/main" id="{1DBD01C5-6D0D-4C3B-B16A-D9B6493C6D68}"/>
              </a:ext>
            </a:extLst>
          </p:cNvPr>
          <p:cNvSpPr>
            <a:spLocks xmlns:a="http://schemas.openxmlformats.org/drawingml/2006/main" noGrp="1"/>
          </p:cNvSpPr>
          <p:nvPr>
            <p:ph type="body" idx="2"/>
          </p:nvPr>
        </p:nvSpPr>
        <p:spPr>
          <a:xfrm xmlns:a="http://schemas.openxmlformats.org/drawingml/2006/main">
            <a:off x="510239" y="3877188"/>
            <a:ext cx="7210397" cy="46722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740EC182-DA07-4218-B394-9339D431A8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B1153E98-7E38-4318-AD24-3F50CBC363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1B7C7F1-C6AC-4786-9E84-92B04E45B9EF}"/>
              </a:ext>
            </a:extLst>
          </p:cNvPr>
          <p:cNvSpPr>
            <a:spLocks xmlns:a="http://schemas.openxmlformats.org/drawingml/2006/main" noGrp="1"/>
          </p:cNvSpPr>
          <p:nvPr>
            <p:ph type="sldNum" idx="12"/>
          </p:nvPr>
        </p:nvSpPr>
        <p:spPr>
          <a:xfrm xmlns:a="http://schemas.openxmlformats.org/drawingml/2006/main">
            <a:off x="8047092" y="3533482"/>
            <a:ext cx="865613" cy="81809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1.xml><?xml version="1.0" encoding="utf-8"?>
<p:sldLayout xmlns:p="http://schemas.openxmlformats.org/presentationml/2006/main" preserve="1">
  <p:cSld name="Título y descripción">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490A2C64-46C4-49D2-ABDC-CACB89B55A67}"/>
              </a:ext>
            </a:extLst>
          </p:cNvPr>
          <p:cNvPicPr>
            <a:picLocks xmlns:a="http://schemas.openxmlformats.org/drawingml/2006/main" noChangeAspect="1"/>
          </p:cNvPicPr>
          <p:nvPr/>
        </p:nvPicPr>
        <p:blipFill>
          <a:blip xmlns:r="http://schemas.openxmlformats.org/officeDocument/2006/relationships" xmlns:a="http://schemas.openxmlformats.org/drawingml/2006/main" r:embed="R4521f0c3eb93461e"/>
          <a:stretch xmlns:a="http://schemas.openxmlformats.org/drawingml/2006/main">
            <a:fillRect l="0" t="0" r="0" b="0"/>
          </a:stretch>
        </p:blipFill>
        <p:spPr>
          <a:xfrm xmlns:a="http://schemas.openxmlformats.org/drawingml/2006/main">
            <a:off x="1" y="4446471"/>
            <a:ext cx="7828359" cy="240873"/>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FD25F52F-F068-4FF7-9424-FB2B4BB15897}"/>
              </a:ext>
            </a:extLst>
          </p:cNvPr>
          <p:cNvPicPr>
            <a:picLocks xmlns:a="http://schemas.openxmlformats.org/drawingml/2006/main" noChangeAspect="1"/>
          </p:cNvPicPr>
          <p:nvPr/>
        </p:nvPicPr>
        <p:blipFill>
          <a:blip xmlns:r="http://schemas.openxmlformats.org/officeDocument/2006/relationships" xmlns:a="http://schemas.openxmlformats.org/drawingml/2006/main" r:embed="Rdf2de9f8e2aa48c2"/>
          <a:stretch xmlns:a="http://schemas.openxmlformats.org/drawingml/2006/main">
            <a:fillRect l="0" t="0" r="0" b="0"/>
          </a:stretch>
        </p:blipFill>
        <p:spPr>
          <a:xfrm xmlns:a="http://schemas.openxmlformats.org/drawingml/2006/main">
            <a:off x="7939370" y="4447216"/>
            <a:ext cx="1202248" cy="108203"/>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252AADE5-AACC-4754-9A84-AB21FF0BD8DC}"/>
              </a:ext>
            </a:extLst>
          </p:cNvPr>
          <p:cNvSpPr>
            <a:spLocks xmlns:a="http://schemas.openxmlformats.org/drawingml/2006/main" noGrp="1"/>
          </p:cNvSpPr>
          <p:nvPr/>
        </p:nvSpPr>
        <p:spPr>
          <a:xfrm xmlns:a="http://schemas.openxmlformats.org/drawingml/2006/main">
            <a:off x="0" y="3425991"/>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1" name="Rectangle 10">
            <a:extLst xmlns:a="http://schemas.openxmlformats.org/drawingml/2006/main">
              <a:ext uri="{FF2B5EF4-FFF2-40B4-BE49-F238E27FC236}">
                <a16:creationId xmlns:a16="http://schemas.microsoft.com/office/drawing/2014/main" id="{A3159E01-7997-4204-8D42-C542804DC95A}"/>
              </a:ext>
            </a:extLst>
          </p:cNvPr>
          <p:cNvSpPr>
            <a:spLocks xmlns:a="http://schemas.openxmlformats.org/drawingml/2006/main" noGrp="1"/>
          </p:cNvSpPr>
          <p:nvPr/>
        </p:nvSpPr>
        <p:spPr>
          <a:xfrm xmlns:a="http://schemas.openxmlformats.org/drawingml/2006/main">
            <a:off x="7939371" y="3425991"/>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943B4A67-E73C-4271-8CBA-46F02B034CB3}"/>
              </a:ext>
            </a:extLst>
          </p:cNvPr>
          <p:cNvSpPr>
            <a:spLocks xmlns:a="http://schemas.openxmlformats.org/drawingml/2006/main" noGrp="1"/>
          </p:cNvSpPr>
          <p:nvPr>
            <p:ph type="title" idx="0"/>
          </p:nvPr>
        </p:nvSpPr>
        <p:spPr>
          <a:xfrm xmlns:a="http://schemas.openxmlformats.org/drawingml/2006/main">
            <a:off x="510241" y="457198"/>
            <a:ext cx="7210394" cy="2694563"/>
          </a:xfrm>
        </p:spPr>
        <p:txBody>
          <a:bodyPr xmlns:a="http://schemas.openxmlformats.org/drawingml/2006/main" anchor="ctr"/>
          <a:lstStyle xmlns:a="http://schemas.openxmlformats.org/drawingml/2006/main">
            <a:lvl1pPr>
              <a:buNone/>
              <a:defRPr sz="2400"/>
            </a:lvl1pPr>
          </a:lstStyle>
          <a:p xmlns:a="http://schemas.openxmlformats.org/drawingml/2006/main">
            <a:r>
              <a:t>Haga clic para modificar el estilo de título del patrón</a:t>
            </a:r>
            <a:endParaRPr/>
          </a:p>
        </p:txBody>
      </p:sp>
      <p:sp>
        <p:nvSpPr>
          <p:cNvPr id="4" name="Text Placeholder 3">
            <a:extLst xmlns:a="http://schemas.openxmlformats.org/drawingml/2006/main">
              <a:ext uri="{FF2B5EF4-FFF2-40B4-BE49-F238E27FC236}">
                <a16:creationId xmlns:a16="http://schemas.microsoft.com/office/drawing/2014/main" id="{7E6765C7-B17E-437A-93F1-DFABA352B8E0}"/>
              </a:ext>
            </a:extLst>
          </p:cNvPr>
          <p:cNvSpPr>
            <a:spLocks xmlns:a="http://schemas.openxmlformats.org/drawingml/2006/main" noGrp="1"/>
          </p:cNvSpPr>
          <p:nvPr>
            <p:ph type="body" idx="2"/>
          </p:nvPr>
        </p:nvSpPr>
        <p:spPr>
          <a:xfrm xmlns:a="http://schemas.openxmlformats.org/drawingml/2006/main">
            <a:off x="510242" y="3533712"/>
            <a:ext cx="7210394" cy="818092"/>
          </a:xfrm>
        </p:spPr>
        <p:txBody>
          <a:bodyPr xmlns:a="http://schemas.openxmlformats.org/drawingml/2006/main" anchor="ctr"/>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7056A09B-AF59-43D2-8951-74C6CB463F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83392A13-6815-4F7F-8F2A-AEBB54E1FB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6A4194-9964-40A3-9D6F-77461627EE67}"/>
              </a:ext>
            </a:extLst>
          </p:cNvPr>
          <p:cNvSpPr>
            <a:spLocks xmlns:a="http://schemas.openxmlformats.org/drawingml/2006/main" noGrp="1"/>
          </p:cNvSpPr>
          <p:nvPr>
            <p:ph type="sldNum" idx="12"/>
          </p:nvPr>
        </p:nvSpPr>
        <p:spPr>
          <a:xfrm xmlns:a="http://schemas.openxmlformats.org/drawingml/2006/main">
            <a:off x="8047092" y="3533712"/>
            <a:ext cx="865613" cy="81809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2.xml><?xml version="1.0" encoding="utf-8"?>
<p:sldLayout xmlns:p="http://schemas.openxmlformats.org/presentationml/2006/main" preserve="1">
  <p:cSld name="Cita con descripción">
    <p:spTree>
      <p:nvGrpSpPr>
        <p:cNvPr id="1" name=""/>
        <p:cNvGrpSpPr/>
        <p:nvPr/>
      </p:nvGrpSpPr>
      <p:grpSpPr>
        <a:xfrm xmlns:a="http://schemas.openxmlformats.org/drawingml/2006/main"/>
      </p:grpSpPr>
      <p:pic>
        <p:nvPicPr>
          <p:cNvPr id="11" name="Picture 10">
            <a:extLst xmlns:a="http://schemas.openxmlformats.org/drawingml/2006/main">
              <a:ext uri="{FF2B5EF4-FFF2-40B4-BE49-F238E27FC236}">
                <a16:creationId xmlns:a16="http://schemas.microsoft.com/office/drawing/2014/main" id="{DD10B940-4B4C-42DE-ACF1-1FE21CDB6337}"/>
              </a:ext>
            </a:extLst>
          </p:cNvPr>
          <p:cNvPicPr>
            <a:picLocks xmlns:a="http://schemas.openxmlformats.org/drawingml/2006/main" noChangeAspect="1"/>
          </p:cNvPicPr>
          <p:nvPr/>
        </p:nvPicPr>
        <p:blipFill>
          <a:blip xmlns:r="http://schemas.openxmlformats.org/officeDocument/2006/relationships" xmlns:a="http://schemas.openxmlformats.org/drawingml/2006/main" r:embed="Rd2bfe68cc3f44470"/>
          <a:stretch xmlns:a="http://schemas.openxmlformats.org/drawingml/2006/main">
            <a:fillRect l="0" t="0" r="0" b="0"/>
          </a:stretch>
        </p:blipFill>
        <p:spPr>
          <a:xfrm xmlns:a="http://schemas.openxmlformats.org/drawingml/2006/main">
            <a:off x="1" y="4446471"/>
            <a:ext cx="7828359" cy="240873"/>
          </a:xfrm>
          <a:prstGeom xmlns:a="http://schemas.openxmlformats.org/drawingml/2006/main" prst="rect">
            <a:avLst/>
          </a:prstGeom>
        </p:spPr>
      </p:pic>
      <p:pic>
        <p:nvPicPr>
          <p:cNvPr id="13" name="Picture 12">
            <a:extLst xmlns:a="http://schemas.openxmlformats.org/drawingml/2006/main">
              <a:ext uri="{FF2B5EF4-FFF2-40B4-BE49-F238E27FC236}">
                <a16:creationId xmlns:a16="http://schemas.microsoft.com/office/drawing/2014/main" id="{55AF8299-6891-49C0-9C06-2C915979DDE3}"/>
              </a:ext>
            </a:extLst>
          </p:cNvPr>
          <p:cNvPicPr>
            <a:picLocks xmlns:a="http://schemas.openxmlformats.org/drawingml/2006/main" noChangeAspect="1"/>
          </p:cNvPicPr>
          <p:nvPr/>
        </p:nvPicPr>
        <p:blipFill>
          <a:blip xmlns:r="http://schemas.openxmlformats.org/officeDocument/2006/relationships" xmlns:a="http://schemas.openxmlformats.org/drawingml/2006/main" r:embed="Rb04486a7db1145a3"/>
          <a:stretch xmlns:a="http://schemas.openxmlformats.org/drawingml/2006/main">
            <a:fillRect l="0" t="0" r="0" b="0"/>
          </a:stretch>
        </p:blipFill>
        <p:spPr>
          <a:xfrm xmlns:a="http://schemas.openxmlformats.org/drawingml/2006/main">
            <a:off x="7939370" y="4447216"/>
            <a:ext cx="1202248" cy="108203"/>
          </a:xfrm>
          <a:prstGeom xmlns:a="http://schemas.openxmlformats.org/drawingml/2006/main" prst="rect">
            <a:avLst/>
          </a:prstGeom>
        </p:spPr>
      </p:pic>
      <p:sp>
        <p:nvSpPr>
          <p:cNvPr id="14" name="Rectangle 13">
            <a:extLst xmlns:a="http://schemas.openxmlformats.org/drawingml/2006/main">
              <a:ext uri="{FF2B5EF4-FFF2-40B4-BE49-F238E27FC236}">
                <a16:creationId xmlns:a16="http://schemas.microsoft.com/office/drawing/2014/main" id="{AD3FDE20-CD1E-4782-A303-A23DE18BEB9D}"/>
              </a:ext>
            </a:extLst>
          </p:cNvPr>
          <p:cNvSpPr>
            <a:spLocks xmlns:a="http://schemas.openxmlformats.org/drawingml/2006/main" noGrp="1"/>
          </p:cNvSpPr>
          <p:nvPr/>
        </p:nvSpPr>
        <p:spPr>
          <a:xfrm xmlns:a="http://schemas.openxmlformats.org/drawingml/2006/main">
            <a:off x="0" y="3425991"/>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5" name="Rectangle 14">
            <a:extLst xmlns:a="http://schemas.openxmlformats.org/drawingml/2006/main">
              <a:ext uri="{FF2B5EF4-FFF2-40B4-BE49-F238E27FC236}">
                <a16:creationId xmlns:a16="http://schemas.microsoft.com/office/drawing/2014/main" id="{9B43EEFD-6F9D-4992-8249-4A290D54B94F}"/>
              </a:ext>
            </a:extLst>
          </p:cNvPr>
          <p:cNvSpPr>
            <a:spLocks xmlns:a="http://schemas.openxmlformats.org/drawingml/2006/main" noGrp="1"/>
          </p:cNvSpPr>
          <p:nvPr/>
        </p:nvSpPr>
        <p:spPr>
          <a:xfrm xmlns:a="http://schemas.openxmlformats.org/drawingml/2006/main">
            <a:off x="7939371" y="3425991"/>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CD9E28A6-5226-4CFC-B8D4-0B40E5FB43B0}"/>
              </a:ext>
            </a:extLst>
          </p:cNvPr>
          <p:cNvSpPr>
            <a:spLocks xmlns:a="http://schemas.openxmlformats.org/drawingml/2006/main" noGrp="1"/>
          </p:cNvSpPr>
          <p:nvPr>
            <p:ph type="title" idx="0"/>
          </p:nvPr>
        </p:nvSpPr>
        <p:spPr>
          <a:xfrm xmlns:a="http://schemas.openxmlformats.org/drawingml/2006/main">
            <a:off x="845892" y="457199"/>
            <a:ext cx="6539158" cy="2277046"/>
          </a:xfrm>
        </p:spPr>
        <p:txBody>
          <a:bodyPr xmlns:a="http://schemas.openxmlformats.org/drawingml/2006/main" anchor="ctr"/>
          <a:lstStyle xmlns:a="http://schemas.openxmlformats.org/drawingml/2006/main">
            <a:lvl1pPr>
              <a:buNone/>
              <a:defRPr sz="2400"/>
            </a:lvl1pPr>
          </a:lstStyle>
          <a:p xmlns:a="http://schemas.openxmlformats.org/drawingml/2006/main">
            <a:r>
              <a:t>Haga clic para modificar el estilo de título del patrón</a:t>
            </a:r>
            <a:endParaRPr/>
          </a:p>
        </p:txBody>
      </p:sp>
      <p:sp>
        <p:nvSpPr>
          <p:cNvPr id="12" name="Text Placeholder 3">
            <a:extLst xmlns:a="http://schemas.openxmlformats.org/drawingml/2006/main">
              <a:ext uri="{FF2B5EF4-FFF2-40B4-BE49-F238E27FC236}">
                <a16:creationId xmlns:a16="http://schemas.microsoft.com/office/drawing/2014/main" id="{605FF5A2-B978-437B-B1D5-DC33B188576A}"/>
              </a:ext>
            </a:extLst>
          </p:cNvPr>
          <p:cNvSpPr>
            <a:spLocks xmlns:a="http://schemas.openxmlformats.org/drawingml/2006/main" noGrp="1"/>
          </p:cNvSpPr>
          <p:nvPr>
            <p:ph type="body" idx="13"/>
          </p:nvPr>
        </p:nvSpPr>
        <p:spPr>
          <a:xfrm xmlns:a="http://schemas.openxmlformats.org/drawingml/2006/main">
            <a:off x="1051717" y="2740034"/>
            <a:ext cx="6117434" cy="411726"/>
          </a:xfrm>
        </p:spPr>
        <p:txBody>
          <a:bodyPr xmlns:a="http://schemas.openxmlformats.org/drawingml/2006/main" anchor="t">
            <a:normAutofit/>
          </a:bodyPr>
          <a:lstStyle xmlns:a="http://schemas.openxmlformats.org/drawingml/2006/main">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4" name="Text Placeholder 3">
            <a:extLst xmlns:a="http://schemas.openxmlformats.org/drawingml/2006/main">
              <a:ext uri="{FF2B5EF4-FFF2-40B4-BE49-F238E27FC236}">
                <a16:creationId xmlns:a16="http://schemas.microsoft.com/office/drawing/2014/main" id="{E23D4695-2E67-40FD-B0F6-12FDAF05A25C}"/>
              </a:ext>
            </a:extLst>
          </p:cNvPr>
          <p:cNvSpPr>
            <a:spLocks xmlns:a="http://schemas.openxmlformats.org/drawingml/2006/main" noGrp="1"/>
          </p:cNvSpPr>
          <p:nvPr>
            <p:ph type="body" idx="2"/>
          </p:nvPr>
        </p:nvSpPr>
        <p:spPr>
          <a:xfrm xmlns:a="http://schemas.openxmlformats.org/drawingml/2006/main">
            <a:off x="510242" y="3533712"/>
            <a:ext cx="7210394" cy="818092"/>
          </a:xfrm>
        </p:spPr>
        <p:txBody>
          <a:bodyPr xmlns:a="http://schemas.openxmlformats.org/drawingml/2006/main" anchor="ctr">
            <a:normAutofit/>
          </a:bodyPr>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6CDED49B-FD45-4863-A20E-CA3F1220D4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181DFF9E-2440-4406-A5F0-01866FEA7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F8439D-6035-4253-82E3-128D525FA371}"/>
              </a:ext>
            </a:extLst>
          </p:cNvPr>
          <p:cNvSpPr>
            <a:spLocks xmlns:a="http://schemas.openxmlformats.org/drawingml/2006/main" noGrp="1"/>
          </p:cNvSpPr>
          <p:nvPr>
            <p:ph type="sldNum" idx="12"/>
          </p:nvPr>
        </p:nvSpPr>
        <p:spPr>
          <a:xfrm xmlns:a="http://schemas.openxmlformats.org/drawingml/2006/main">
            <a:off x="8047092" y="3532444"/>
            <a:ext cx="865613" cy="81809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
        <p:nvSpPr>
          <p:cNvPr id="16" name="TextBox 15">
            <a:extLst xmlns:a="http://schemas.openxmlformats.org/drawingml/2006/main">
              <a:ext uri="{FF2B5EF4-FFF2-40B4-BE49-F238E27FC236}">
                <a16:creationId xmlns:a16="http://schemas.microsoft.com/office/drawing/2014/main" id="{24D19BB5-124B-4517-93AC-1439E7D096C0}"/>
              </a:ext>
            </a:extLst>
          </p:cNvPr>
          <p:cNvSpPr>
            <a:spLocks xmlns:a="http://schemas.openxmlformats.org/drawingml/2006/main" noGrp="1"/>
          </p:cNvSpPr>
          <p:nvPr/>
        </p:nvSpPr>
        <p:spPr>
          <a:xfrm xmlns:a="http://schemas.openxmlformats.org/drawingml/2006/main">
            <a:off x="437679" y="561087"/>
            <a:ext cx="457200" cy="438582"/>
          </a:xfrm>
          <a:prstGeom xmlns:a="http://schemas.openxmlformats.org/drawingml/2006/main" prst="rect">
            <a:avLst/>
          </a:prstGeom>
        </p:spPr>
        <p:txBody>
          <a:bodyPr xmlns:a="http://schemas.openxmlformats.org/drawingml/2006/main" vert="horz" lIns="68580" tIns="34290" rIns="68580" bIns="34290" anchor="ctr">
            <a:noAutofit/>
          </a:bodyPr>
          <a:lstStyle xmlns:a="http://schemas.openxmlformats.org/drawingml/2006/main">
            <a:lvl1pPr>
              <a:spcBef>
                <a:spcPct val="0"/>
              </a:spcBef>
              <a:buNone/>
              <a:defRPr sz="3200" b="0" cap="all">
                <a:ln w="3175" cmpd="sng">
                  <a:noFill/>
                </a:ln>
                <a:effectLst>
                  <a:outerShdw blurRad="28575" dist="38100" dir="14040000" algn="tl" rotWithShape="0">
                    <a:srgbClr val="000000">
                      <a:alpha val="25000"/>
                    </a:srgbClr>
                  </a:outerShdw>
                </a:effectLst>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solidFill>
                  <a:schemeClr val="tx2"/>
                </a:solidFill>
              </a:defRPr>
            </a:lvl6pPr>
            <a:lvl7pPr>
              <a:buNone/>
              <a:defRPr>
                <a:solidFill>
                  <a:schemeClr val="tx2"/>
                </a:solidFill>
              </a:defRPr>
            </a:lvl7pPr>
            <a:lvl8pPr>
              <a:buNone/>
              <a:defRPr>
                <a:solidFill>
                  <a:schemeClr val="tx2"/>
                </a:solidFill>
              </a:defRPr>
            </a:lvl8pPr>
            <a:lvl9pPr>
              <a:buNone/>
              <a:defRPr>
                <a:solidFill>
                  <a:schemeClr val="tx2"/>
                </a:solidFill>
              </a:defRPr>
            </a:lvl9pPr>
          </a:lstStyle>
          <a:p xmlns:a="http://schemas.openxmlformats.org/drawingml/2006/main">
            <a:pPr lvl="0">
              <a:buNone/>
            </a:pPr>
            <a:r>
              <a:rPr sz="5400">
                <a:solidFill>
                  <a:schemeClr val="tx1"/>
                </a:solidFill>
              </a:rPr>
              <a:t>“</a:t>
            </a:r>
          </a:p>
        </p:txBody>
      </p:sp>
      <p:sp>
        <p:nvSpPr>
          <p:cNvPr id="17" name="TextBox 16">
            <a:extLst xmlns:a="http://schemas.openxmlformats.org/drawingml/2006/main">
              <a:ext uri="{FF2B5EF4-FFF2-40B4-BE49-F238E27FC236}">
                <a16:creationId xmlns:a16="http://schemas.microsoft.com/office/drawing/2014/main" id="{90A94FFC-3BEB-4363-AB8E-7A4F94BFCFF6}"/>
              </a:ext>
            </a:extLst>
          </p:cNvPr>
          <p:cNvSpPr>
            <a:spLocks xmlns:a="http://schemas.openxmlformats.org/drawingml/2006/main" noGrp="1"/>
          </p:cNvSpPr>
          <p:nvPr/>
        </p:nvSpPr>
        <p:spPr>
          <a:xfrm xmlns:a="http://schemas.openxmlformats.org/drawingml/2006/main">
            <a:off x="7247107" y="2275143"/>
            <a:ext cx="457200" cy="438582"/>
          </a:xfrm>
          <a:prstGeom xmlns:a="http://schemas.openxmlformats.org/drawingml/2006/main" prst="rect">
            <a:avLst/>
          </a:prstGeom>
        </p:spPr>
        <p:txBody>
          <a:bodyPr xmlns:a="http://schemas.openxmlformats.org/drawingml/2006/main" vert="horz" lIns="68580" tIns="34290" rIns="68580" bIns="34290" anchor="ctr">
            <a:noAutofit/>
          </a:bodyPr>
          <a:lstStyle xmlns:a="http://schemas.openxmlformats.org/drawingml/2006/main">
            <a:lvl1pPr>
              <a:spcBef>
                <a:spcPct val="0"/>
              </a:spcBef>
              <a:buNone/>
              <a:defRPr sz="3200" b="0" cap="all">
                <a:ln w="3175" cmpd="sng">
                  <a:noFill/>
                </a:ln>
                <a:effectLst>
                  <a:outerShdw blurRad="28575" dist="38100" dir="14040000" algn="tl" rotWithShape="0">
                    <a:srgbClr val="000000">
                      <a:alpha val="25000"/>
                    </a:srgbClr>
                  </a:outerShdw>
                </a:effectLst>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solidFill>
                  <a:schemeClr val="tx2"/>
                </a:solidFill>
              </a:defRPr>
            </a:lvl6pPr>
            <a:lvl7pPr>
              <a:buNone/>
              <a:defRPr>
                <a:solidFill>
                  <a:schemeClr val="tx2"/>
                </a:solidFill>
              </a:defRPr>
            </a:lvl7pPr>
            <a:lvl8pPr>
              <a:buNone/>
              <a:defRPr>
                <a:solidFill>
                  <a:schemeClr val="tx2"/>
                </a:solidFill>
              </a:defRPr>
            </a:lvl8pPr>
            <a:lvl9pPr>
              <a:buNone/>
              <a:defRPr>
                <a:solidFill>
                  <a:schemeClr val="tx2"/>
                </a:solidFill>
              </a:defRPr>
            </a:lvl9pPr>
          </a:lstStyle>
          <a:p xmlns:a="http://schemas.openxmlformats.org/drawingml/2006/main">
            <a:pPr lvl="0" algn="r">
              <a:buNone/>
            </a:pPr>
            <a:r>
              <a:rPr sz="5400">
                <a:solidFill>
                  <a:schemeClr val="tx1"/>
                </a:solidFill>
              </a:rPr>
              <a:t>”</a:t>
            </a:r>
          </a:p>
        </p:txBody>
      </p:sp>
    </p:spTree>
  </p:cSld>
  <p:hf sldNum="0" hdr="0" ftr="0" dt="0"/>
</p:sldLayout>
</file>

<file path=ppt/slideLayouts/slideLayout13.xml><?xml version="1.0" encoding="utf-8"?>
<p:sldLayout xmlns:p="http://schemas.openxmlformats.org/presentationml/2006/main" preserve="1">
  <p:cSld name="Tarjeta de nombre">
    <p:spTree>
      <p:nvGrpSpPr>
        <p:cNvPr id="1" name=""/>
        <p:cNvGrpSpPr/>
        <p:nvPr/>
      </p:nvGrpSpPr>
      <p:grpSpPr>
        <a:xfrm xmlns:a="http://schemas.openxmlformats.org/drawingml/2006/main"/>
      </p:grpSpPr>
      <p:pic>
        <p:nvPicPr>
          <p:cNvPr id="9" name="Picture 8">
            <a:extLst xmlns:a="http://schemas.openxmlformats.org/drawingml/2006/main">
              <a:ext uri="{FF2B5EF4-FFF2-40B4-BE49-F238E27FC236}">
                <a16:creationId xmlns:a16="http://schemas.microsoft.com/office/drawing/2014/main" id="{24E703BA-EC3A-481C-B9CD-D3160344E544}"/>
              </a:ext>
            </a:extLst>
          </p:cNvPr>
          <p:cNvPicPr>
            <a:picLocks xmlns:a="http://schemas.openxmlformats.org/drawingml/2006/main" noChangeAspect="1"/>
          </p:cNvPicPr>
          <p:nvPr/>
        </p:nvPicPr>
        <p:blipFill>
          <a:blip xmlns:r="http://schemas.openxmlformats.org/officeDocument/2006/relationships" xmlns:a="http://schemas.openxmlformats.org/drawingml/2006/main" r:embed="R36b9bad5d3964175"/>
          <a:stretch xmlns:a="http://schemas.openxmlformats.org/drawingml/2006/main">
            <a:fillRect l="0" t="0" r="0" b="0"/>
          </a:stretch>
        </p:blipFill>
        <p:spPr>
          <a:xfrm xmlns:a="http://schemas.openxmlformats.org/drawingml/2006/main">
            <a:off x="1" y="4446471"/>
            <a:ext cx="7828359" cy="240873"/>
          </a:xfrm>
          <a:prstGeom xmlns:a="http://schemas.openxmlformats.org/drawingml/2006/main" prst="rect">
            <a:avLst/>
          </a:prstGeom>
        </p:spPr>
      </p:pic>
      <p:pic>
        <p:nvPicPr>
          <p:cNvPr id="10" name="Picture 9">
            <a:extLst xmlns:a="http://schemas.openxmlformats.org/drawingml/2006/main">
              <a:ext uri="{FF2B5EF4-FFF2-40B4-BE49-F238E27FC236}">
                <a16:creationId xmlns:a16="http://schemas.microsoft.com/office/drawing/2014/main" id="{D06FE017-3ADC-4BF9-A0AA-9A4CC636C179}"/>
              </a:ext>
            </a:extLst>
          </p:cNvPr>
          <p:cNvPicPr>
            <a:picLocks xmlns:a="http://schemas.openxmlformats.org/drawingml/2006/main" noChangeAspect="1"/>
          </p:cNvPicPr>
          <p:nvPr/>
        </p:nvPicPr>
        <p:blipFill>
          <a:blip xmlns:r="http://schemas.openxmlformats.org/officeDocument/2006/relationships" xmlns:a="http://schemas.openxmlformats.org/drawingml/2006/main" r:embed="R24d54763934d4c19"/>
          <a:stretch xmlns:a="http://schemas.openxmlformats.org/drawingml/2006/main">
            <a:fillRect l="0" t="0" r="0" b="0"/>
          </a:stretch>
        </p:blipFill>
        <p:spPr>
          <a:xfrm xmlns:a="http://schemas.openxmlformats.org/drawingml/2006/main">
            <a:off x="7939370" y="4447216"/>
            <a:ext cx="1202248" cy="108203"/>
          </a:xfrm>
          <a:prstGeom xmlns:a="http://schemas.openxmlformats.org/drawingml/2006/main" prst="rect">
            <a:avLst/>
          </a:prstGeom>
        </p:spPr>
      </p:pic>
      <p:sp>
        <p:nvSpPr>
          <p:cNvPr id="11" name="Rectangle 10">
            <a:extLst xmlns:a="http://schemas.openxmlformats.org/drawingml/2006/main">
              <a:ext uri="{FF2B5EF4-FFF2-40B4-BE49-F238E27FC236}">
                <a16:creationId xmlns:a16="http://schemas.microsoft.com/office/drawing/2014/main" id="{17784B1B-BA27-4334-BE2F-230CE66731EA}"/>
              </a:ext>
            </a:extLst>
          </p:cNvPr>
          <p:cNvSpPr>
            <a:spLocks xmlns:a="http://schemas.openxmlformats.org/drawingml/2006/main" noGrp="1"/>
          </p:cNvSpPr>
          <p:nvPr/>
        </p:nvSpPr>
        <p:spPr>
          <a:xfrm xmlns:a="http://schemas.openxmlformats.org/drawingml/2006/main">
            <a:off x="0" y="3425991"/>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2" name="Rectangle 11">
            <a:extLst xmlns:a="http://schemas.openxmlformats.org/drawingml/2006/main">
              <a:ext uri="{FF2B5EF4-FFF2-40B4-BE49-F238E27FC236}">
                <a16:creationId xmlns:a16="http://schemas.microsoft.com/office/drawing/2014/main" id="{4B48E42D-4A1A-4738-8364-FF9F562B9B3E}"/>
              </a:ext>
            </a:extLst>
          </p:cNvPr>
          <p:cNvSpPr>
            <a:spLocks xmlns:a="http://schemas.openxmlformats.org/drawingml/2006/main" noGrp="1"/>
          </p:cNvSpPr>
          <p:nvPr/>
        </p:nvSpPr>
        <p:spPr>
          <a:xfrm xmlns:a="http://schemas.openxmlformats.org/drawingml/2006/main">
            <a:off x="7939371" y="3425991"/>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22C4E666-D812-4B6A-B4D8-384B09AD13DB}"/>
              </a:ext>
            </a:extLst>
          </p:cNvPr>
          <p:cNvSpPr>
            <a:spLocks xmlns:a="http://schemas.openxmlformats.org/drawingml/2006/main" noGrp="1"/>
          </p:cNvSpPr>
          <p:nvPr>
            <p:ph type="title" idx="0"/>
          </p:nvPr>
        </p:nvSpPr>
        <p:spPr>
          <a:xfrm xmlns:a="http://schemas.openxmlformats.org/drawingml/2006/main">
            <a:off x="510239" y="3533712"/>
            <a:ext cx="7210397" cy="441401"/>
          </a:xfrm>
        </p:spPr>
        <p:txBody>
          <a:bodyPr xmlns:a="http://schemas.openxmlformats.org/drawingml/2006/main" anchor="b"/>
          <a:lstStyle xmlns:a="http://schemas.openxmlformats.org/drawingml/2006/main">
            <a:lvl1pPr>
              <a:buNone/>
              <a:defRPr sz="2400"/>
            </a:lvl1pPr>
          </a:lstStyle>
          <a:p xmlns:a="http://schemas.openxmlformats.org/drawingml/2006/main">
            <a:r>
              <a:t>Haga clic para modificar el estilo de título del patrón</a:t>
            </a:r>
            <a:endParaRPr/>
          </a:p>
        </p:txBody>
      </p:sp>
      <p:sp>
        <p:nvSpPr>
          <p:cNvPr id="4" name="Text Placeholder 3">
            <a:extLst xmlns:a="http://schemas.openxmlformats.org/drawingml/2006/main">
              <a:ext uri="{FF2B5EF4-FFF2-40B4-BE49-F238E27FC236}">
                <a16:creationId xmlns:a16="http://schemas.microsoft.com/office/drawing/2014/main" id="{0001DAA7-4D3C-4EBE-AD57-1C48285BC428}"/>
              </a:ext>
            </a:extLst>
          </p:cNvPr>
          <p:cNvSpPr>
            <a:spLocks xmlns:a="http://schemas.openxmlformats.org/drawingml/2006/main" noGrp="1"/>
          </p:cNvSpPr>
          <p:nvPr>
            <p:ph type="body" idx="2"/>
          </p:nvPr>
        </p:nvSpPr>
        <p:spPr>
          <a:xfrm xmlns:a="http://schemas.openxmlformats.org/drawingml/2006/main">
            <a:off x="510240" y="3975112"/>
            <a:ext cx="7210397" cy="376691"/>
          </a:xfrm>
        </p:spPr>
        <p:txBody>
          <a:bodyPr xmlns:a="http://schemas.openxmlformats.org/drawingml/2006/main" anchor="t"/>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Haga clic para modificar los estilos de texto del patrón</a:t>
            </a:r>
          </a:p>
        </p:txBody>
      </p:sp>
      <p:sp>
        <p:nvSpPr>
          <p:cNvPr id="5" name="Date Placeholder 4">
            <a:extLst xmlns:a="http://schemas.openxmlformats.org/drawingml/2006/main">
              <a:ext uri="{FF2B5EF4-FFF2-40B4-BE49-F238E27FC236}">
                <a16:creationId xmlns:a16="http://schemas.microsoft.com/office/drawing/2014/main" id="{96462C94-203D-45AA-8939-D027C1ED9A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6" name="Footer Placeholder 5">
            <a:extLst xmlns:a="http://schemas.openxmlformats.org/drawingml/2006/main">
              <a:ext uri="{FF2B5EF4-FFF2-40B4-BE49-F238E27FC236}">
                <a16:creationId xmlns:a16="http://schemas.microsoft.com/office/drawing/2014/main" id="{C85F643C-4DFC-47E8-8053-37765A3C81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57E467C-E36B-4220-AA58-F866017C8E3B}"/>
              </a:ext>
            </a:extLst>
          </p:cNvPr>
          <p:cNvSpPr>
            <a:spLocks xmlns:a="http://schemas.openxmlformats.org/drawingml/2006/main" noGrp="1"/>
          </p:cNvSpPr>
          <p:nvPr>
            <p:ph type="sldNum" idx="12"/>
          </p:nvPr>
        </p:nvSpPr>
        <p:spPr>
          <a:xfrm xmlns:a="http://schemas.openxmlformats.org/drawingml/2006/main">
            <a:off x="8047092" y="3532444"/>
            <a:ext cx="865613" cy="818092"/>
          </a:xfrm>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4.xml><?xml version="1.0" encoding="utf-8"?>
<p:sldLayout xmlns:p="http://schemas.openxmlformats.org/presentationml/2006/main" preserve="1">
  <p:cSld name="Columna 3">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D2FCB4B7-B68C-4B88-8958-FA9F2BFEA7AD}"/>
              </a:ext>
            </a:extLst>
          </p:cNvPr>
          <p:cNvPicPr>
            <a:picLocks xmlns:a="http://schemas.openxmlformats.org/drawingml/2006/main" noChangeAspect="1"/>
          </p:cNvPicPr>
          <p:nvPr/>
        </p:nvPicPr>
        <p:blipFill>
          <a:blip xmlns:r="http://schemas.openxmlformats.org/officeDocument/2006/relationships" xmlns:a="http://schemas.openxmlformats.org/drawingml/2006/main" r:embed="R2c41257290d541cf"/>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BD1CA1AE-B5A3-4DCA-A5CD-2F36AC9D283D}"/>
              </a:ext>
            </a:extLst>
          </p:cNvPr>
          <p:cNvPicPr>
            <a:picLocks xmlns:a="http://schemas.openxmlformats.org/drawingml/2006/main" noChangeAspect="1"/>
          </p:cNvPicPr>
          <p:nvPr/>
        </p:nvPicPr>
        <p:blipFill>
          <a:blip xmlns:r="http://schemas.openxmlformats.org/officeDocument/2006/relationships" xmlns:a="http://schemas.openxmlformats.org/drawingml/2006/main" r:embed="R6530f3d9e271421b"/>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6" name="Rectangle 15">
            <a:extLst xmlns:a="http://schemas.openxmlformats.org/drawingml/2006/main">
              <a:ext uri="{FF2B5EF4-FFF2-40B4-BE49-F238E27FC236}">
                <a16:creationId xmlns:a16="http://schemas.microsoft.com/office/drawing/2014/main" id="{A8E68F55-38AC-477D-A733-E977FAFC2C4F}"/>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7" name="Rectangle 16">
            <a:extLst xmlns:a="http://schemas.openxmlformats.org/drawingml/2006/main">
              <a:ext uri="{FF2B5EF4-FFF2-40B4-BE49-F238E27FC236}">
                <a16:creationId xmlns:a16="http://schemas.microsoft.com/office/drawing/2014/main" id="{D8479E56-3096-4CAE-97DE-F994D4A8071E}"/>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5" name="Title 1">
            <a:extLst xmlns:a="http://schemas.openxmlformats.org/drawingml/2006/main">
              <a:ext uri="{FF2B5EF4-FFF2-40B4-BE49-F238E27FC236}">
                <a16:creationId xmlns:a16="http://schemas.microsoft.com/office/drawing/2014/main" id="{064CCAEF-5636-4314-9D54-2265F5D79E42}"/>
              </a:ext>
            </a:extLst>
          </p:cNvPr>
          <p:cNvSpPr>
            <a:spLocks xmlns:a="http://schemas.openxmlformats.org/drawingml/2006/main" noGrp="1"/>
          </p:cNvSpPr>
          <p:nvPr>
            <p:ph type="title" idx="0"/>
          </p:nvPr>
        </p:nvSpPr>
        <p:spPr>
          <a:xfrm xmlns:a="http://schemas.openxmlformats.org/drawingml/2006/main">
            <a:off x="501917" y="564921"/>
            <a:ext cx="7218720" cy="810704"/>
          </a:xfrm>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7" name="Text Placeholder 2">
            <a:extLst xmlns:a="http://schemas.openxmlformats.org/drawingml/2006/main">
              <a:ext uri="{FF2B5EF4-FFF2-40B4-BE49-F238E27FC236}">
                <a16:creationId xmlns:a16="http://schemas.microsoft.com/office/drawing/2014/main" id="{80CBAC51-4A0F-484E-A6C1-772DDF27E466}"/>
              </a:ext>
            </a:extLst>
          </p:cNvPr>
          <p:cNvSpPr>
            <a:spLocks xmlns:a="http://schemas.openxmlformats.org/drawingml/2006/main" noGrp="1"/>
          </p:cNvSpPr>
          <p:nvPr>
            <p:ph type="body" idx="1"/>
          </p:nvPr>
        </p:nvSpPr>
        <p:spPr>
          <a:xfrm xmlns:a="http://schemas.openxmlformats.org/drawingml/2006/main">
            <a:off x="495709" y="1752655"/>
            <a:ext cx="2302526"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8" name="Text Placeholder 3">
            <a:extLst xmlns:a="http://schemas.openxmlformats.org/drawingml/2006/main">
              <a:ext uri="{FF2B5EF4-FFF2-40B4-BE49-F238E27FC236}">
                <a16:creationId xmlns:a16="http://schemas.microsoft.com/office/drawing/2014/main" id="{DAA857F3-F6E9-472C-9419-0CFDE7E23EDA}"/>
              </a:ext>
            </a:extLst>
          </p:cNvPr>
          <p:cNvSpPr>
            <a:spLocks xmlns:a="http://schemas.openxmlformats.org/drawingml/2006/main" noGrp="1"/>
          </p:cNvSpPr>
          <p:nvPr>
            <p:ph type="body" idx="15"/>
          </p:nvPr>
        </p:nvSpPr>
        <p:spPr>
          <a:xfrm xmlns:a="http://schemas.openxmlformats.org/drawingml/2006/main">
            <a:off x="510241" y="2267005"/>
            <a:ext cx="2287277" cy="2185135"/>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9" name="Text Placeholder 4">
            <a:extLst xmlns:a="http://schemas.openxmlformats.org/drawingml/2006/main">
              <a:ext uri="{FF2B5EF4-FFF2-40B4-BE49-F238E27FC236}">
                <a16:creationId xmlns:a16="http://schemas.microsoft.com/office/drawing/2014/main" id="{F512C98D-127D-46DE-85D8-432958170AA9}"/>
              </a:ext>
            </a:extLst>
          </p:cNvPr>
          <p:cNvSpPr>
            <a:spLocks xmlns:a="http://schemas.openxmlformats.org/drawingml/2006/main" noGrp="1"/>
          </p:cNvSpPr>
          <p:nvPr>
            <p:ph type="body" idx="3"/>
          </p:nvPr>
        </p:nvSpPr>
        <p:spPr>
          <a:xfrm xmlns:a="http://schemas.openxmlformats.org/drawingml/2006/main">
            <a:off x="2967019" y="1752655"/>
            <a:ext cx="2297430"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10" name="Text Placeholder 3">
            <a:extLst xmlns:a="http://schemas.openxmlformats.org/drawingml/2006/main">
              <a:ext uri="{FF2B5EF4-FFF2-40B4-BE49-F238E27FC236}">
                <a16:creationId xmlns:a16="http://schemas.microsoft.com/office/drawing/2014/main" id="{6AE99DD5-BD84-47BC-9807-C50F5110472F}"/>
              </a:ext>
            </a:extLst>
          </p:cNvPr>
          <p:cNvSpPr>
            <a:spLocks xmlns:a="http://schemas.openxmlformats.org/drawingml/2006/main" noGrp="1"/>
          </p:cNvSpPr>
          <p:nvPr>
            <p:ph type="body" idx="16"/>
          </p:nvPr>
        </p:nvSpPr>
        <p:spPr>
          <a:xfrm xmlns:a="http://schemas.openxmlformats.org/drawingml/2006/main">
            <a:off x="2959103" y="2267005"/>
            <a:ext cx="2297430" cy="2185135"/>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11" name="Text Placeholder 4">
            <a:extLst xmlns:a="http://schemas.openxmlformats.org/drawingml/2006/main">
              <a:ext uri="{FF2B5EF4-FFF2-40B4-BE49-F238E27FC236}">
                <a16:creationId xmlns:a16="http://schemas.microsoft.com/office/drawing/2014/main" id="{4E546F2E-A667-4F37-91AD-5300B481CD93}"/>
              </a:ext>
            </a:extLst>
          </p:cNvPr>
          <p:cNvSpPr>
            <a:spLocks xmlns:a="http://schemas.openxmlformats.org/drawingml/2006/main" noGrp="1"/>
          </p:cNvSpPr>
          <p:nvPr>
            <p:ph type="body" idx="13"/>
          </p:nvPr>
        </p:nvSpPr>
        <p:spPr>
          <a:xfrm xmlns:a="http://schemas.openxmlformats.org/drawingml/2006/main">
            <a:off x="5418117" y="1752655"/>
            <a:ext cx="2302519"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12" name="Text Placeholder 3">
            <a:extLst xmlns:a="http://schemas.openxmlformats.org/drawingml/2006/main">
              <a:ext uri="{FF2B5EF4-FFF2-40B4-BE49-F238E27FC236}">
                <a16:creationId xmlns:a16="http://schemas.microsoft.com/office/drawing/2014/main" id="{C0D6E605-705D-4AF4-A11B-7AE4D7A4DF3B}"/>
              </a:ext>
            </a:extLst>
          </p:cNvPr>
          <p:cNvSpPr>
            <a:spLocks xmlns:a="http://schemas.openxmlformats.org/drawingml/2006/main" noGrp="1"/>
          </p:cNvSpPr>
          <p:nvPr>
            <p:ph type="body" idx="17"/>
          </p:nvPr>
        </p:nvSpPr>
        <p:spPr>
          <a:xfrm xmlns:a="http://schemas.openxmlformats.org/drawingml/2006/main">
            <a:off x="5418117" y="2267005"/>
            <a:ext cx="2302519" cy="2185135"/>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3" name="Date Placeholder 2">
            <a:extLst xmlns:a="http://schemas.openxmlformats.org/drawingml/2006/main">
              <a:ext uri="{FF2B5EF4-FFF2-40B4-BE49-F238E27FC236}">
                <a16:creationId xmlns:a16="http://schemas.microsoft.com/office/drawing/2014/main" id="{A4F89A13-E3D3-4398-AA77-30EB2E268B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4" name="Footer Placeholder 3">
            <a:extLst xmlns:a="http://schemas.openxmlformats.org/drawingml/2006/main">
              <a:ext uri="{FF2B5EF4-FFF2-40B4-BE49-F238E27FC236}">
                <a16:creationId xmlns:a16="http://schemas.microsoft.com/office/drawing/2014/main" id="{305B1F0F-C9E9-49D0-B06B-9DB7AA844A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3BFD20C-465F-4C89-B66E-DBC361A76B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5.xml><?xml version="1.0" encoding="utf-8"?>
<p:sldLayout xmlns:p="http://schemas.openxmlformats.org/presentationml/2006/main" preserve="1">
  <p:cSld name="Columna de imagen 3">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4EA70DCD-E150-4A2E-9856-2F1C37408EC5}"/>
              </a:ext>
            </a:extLst>
          </p:cNvPr>
          <p:cNvPicPr>
            <a:picLocks xmlns:a="http://schemas.openxmlformats.org/drawingml/2006/main" noChangeAspect="1"/>
          </p:cNvPicPr>
          <p:nvPr/>
        </p:nvPicPr>
        <p:blipFill>
          <a:blip xmlns:r="http://schemas.openxmlformats.org/officeDocument/2006/relationships" xmlns:a="http://schemas.openxmlformats.org/drawingml/2006/main" r:embed="Rab1b5042c35a4fd6"/>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16" name="Picture 15">
            <a:extLst xmlns:a="http://schemas.openxmlformats.org/drawingml/2006/main">
              <a:ext uri="{FF2B5EF4-FFF2-40B4-BE49-F238E27FC236}">
                <a16:creationId xmlns:a16="http://schemas.microsoft.com/office/drawing/2014/main" id="{2B1D750B-16EA-4F5A-A6F0-D00D529A3F11}"/>
              </a:ext>
            </a:extLst>
          </p:cNvPr>
          <p:cNvPicPr>
            <a:picLocks xmlns:a="http://schemas.openxmlformats.org/drawingml/2006/main" noChangeAspect="1"/>
          </p:cNvPicPr>
          <p:nvPr/>
        </p:nvPicPr>
        <p:blipFill>
          <a:blip xmlns:r="http://schemas.openxmlformats.org/officeDocument/2006/relationships" xmlns:a="http://schemas.openxmlformats.org/drawingml/2006/main" r:embed="R1e50bd492f7f432c"/>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2E62DCAF-3610-4212-BD4A-03AC100F44AA}"/>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8" name="Rectangle 17">
            <a:extLst xmlns:a="http://schemas.openxmlformats.org/drawingml/2006/main">
              <a:ext uri="{FF2B5EF4-FFF2-40B4-BE49-F238E27FC236}">
                <a16:creationId xmlns:a16="http://schemas.microsoft.com/office/drawing/2014/main" id="{2E2BADE5-771D-4AFD-9566-462924AD6660}"/>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30" name="Title 1">
            <a:extLst xmlns:a="http://schemas.openxmlformats.org/drawingml/2006/main">
              <a:ext uri="{FF2B5EF4-FFF2-40B4-BE49-F238E27FC236}">
                <a16:creationId xmlns:a16="http://schemas.microsoft.com/office/drawing/2014/main" id="{13AEF978-FFE5-4AD7-A5A9-826313B3451C}"/>
              </a:ext>
            </a:extLst>
          </p:cNvPr>
          <p:cNvSpPr>
            <a:spLocks xmlns:a="http://schemas.openxmlformats.org/drawingml/2006/main" noGrp="1"/>
          </p:cNvSpPr>
          <p:nvPr>
            <p:ph type="title" idx="0"/>
          </p:nvPr>
        </p:nvSpPr>
        <p:spPr>
          <a:xfrm xmlns:a="http://schemas.openxmlformats.org/drawingml/2006/main">
            <a:off x="510242" y="564921"/>
            <a:ext cx="7210395" cy="810704"/>
          </a:xfrm>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19" name="Text Placeholder 2">
            <a:extLst xmlns:a="http://schemas.openxmlformats.org/drawingml/2006/main">
              <a:ext uri="{FF2B5EF4-FFF2-40B4-BE49-F238E27FC236}">
                <a16:creationId xmlns:a16="http://schemas.microsoft.com/office/drawing/2014/main" id="{91604DD7-5EDA-4F6E-9ABB-14445520C0CD}"/>
              </a:ext>
            </a:extLst>
          </p:cNvPr>
          <p:cNvSpPr>
            <a:spLocks xmlns:a="http://schemas.openxmlformats.org/drawingml/2006/main" noGrp="1"/>
          </p:cNvSpPr>
          <p:nvPr>
            <p:ph type="body" idx="1"/>
          </p:nvPr>
        </p:nvSpPr>
        <p:spPr>
          <a:xfrm xmlns:a="http://schemas.openxmlformats.org/drawingml/2006/main">
            <a:off x="510239" y="3223127"/>
            <a:ext cx="2287279"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20" name="Picture Placeholder 2">
            <a:extLst xmlns:a="http://schemas.openxmlformats.org/drawingml/2006/main">
              <a:ext uri="{FF2B5EF4-FFF2-40B4-BE49-F238E27FC236}">
                <a16:creationId xmlns:a16="http://schemas.microsoft.com/office/drawing/2014/main" id="{EE1042AB-4904-4DAB-AA17-FDA5F7996352}"/>
              </a:ext>
            </a:extLst>
          </p:cNvPr>
          <p:cNvSpPr>
            <a:spLocks xmlns:a="http://schemas.openxmlformats.org/drawingml/2006/main" noGrp="1"/>
          </p:cNvSpPr>
          <p:nvPr>
            <p:ph type="pic" idx="15"/>
          </p:nvPr>
        </p:nvSpPr>
        <p:spPr>
          <a:xfrm xmlns:a="http://schemas.openxmlformats.org/drawingml/2006/main">
            <a:off x="510239" y="1752655"/>
            <a:ext cx="2287279" cy="1143000"/>
          </a:xfrm>
          <a:prstGeom xmlns:a="http://schemas.openxmlformats.org/drawingml/2006/main" prst="roundRect">
            <a:avLst>
              <a:gd name="adj" fmla="val 0"/>
            </a:avLst>
          </a:prstGeom>
          <a:effectLst xmlns:a="http://schemas.openxmlformats.org/drawingml/2006/main">
            <a:outerShdw blurRad="50800" dist="50800" dir="5400000" algn="tl" rotWithShape="0">
              <a:srgbClr val="000000">
                <a:alpha val="43000"/>
              </a:srgbClr>
            </a:outerShdw>
          </a:effectLst>
        </p:spPr>
        <p:txBody>
          <a:bodyPr xmlns:a="http://schemas.openxmlformats.org/drawingml/2006/main" anchor="t">
            <a:normAutofit/>
          </a:bodyPr>
          <a:lstStyle xmlns:a="http://schemas.openxmlformats.org/drawingml/2006/main">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xmlns:a="http://schemas.openxmlformats.org/drawingml/2006/main">
            <a:r>
              <a:t>Haga clic en el icono para agregar una imagen</a:t>
            </a:r>
            <a:endParaRPr/>
          </a:p>
        </p:txBody>
      </p:sp>
      <p:sp>
        <p:nvSpPr>
          <p:cNvPr id="21" name="Text Placeholder 3">
            <a:extLst xmlns:a="http://schemas.openxmlformats.org/drawingml/2006/main">
              <a:ext uri="{FF2B5EF4-FFF2-40B4-BE49-F238E27FC236}">
                <a16:creationId xmlns:a16="http://schemas.microsoft.com/office/drawing/2014/main" id="{0473E55F-410F-4CFB-ADBE-D01B9C19DFBC}"/>
              </a:ext>
            </a:extLst>
          </p:cNvPr>
          <p:cNvSpPr>
            <a:spLocks xmlns:a="http://schemas.openxmlformats.org/drawingml/2006/main" noGrp="1"/>
          </p:cNvSpPr>
          <p:nvPr>
            <p:ph type="body" idx="18"/>
          </p:nvPr>
        </p:nvSpPr>
        <p:spPr>
          <a:xfrm xmlns:a="http://schemas.openxmlformats.org/drawingml/2006/main">
            <a:off x="510239" y="3655324"/>
            <a:ext cx="2287279" cy="796817"/>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22" name="Text Placeholder 4">
            <a:extLst xmlns:a="http://schemas.openxmlformats.org/drawingml/2006/main">
              <a:ext uri="{FF2B5EF4-FFF2-40B4-BE49-F238E27FC236}">
                <a16:creationId xmlns:a16="http://schemas.microsoft.com/office/drawing/2014/main" id="{DE99E905-1658-488B-99BE-EFFA7D6F9B01}"/>
              </a:ext>
            </a:extLst>
          </p:cNvPr>
          <p:cNvSpPr>
            <a:spLocks xmlns:a="http://schemas.openxmlformats.org/drawingml/2006/main" noGrp="1"/>
          </p:cNvSpPr>
          <p:nvPr>
            <p:ph type="body" idx="3"/>
          </p:nvPr>
        </p:nvSpPr>
        <p:spPr>
          <a:xfrm xmlns:a="http://schemas.openxmlformats.org/drawingml/2006/main">
            <a:off x="2959103" y="3223127"/>
            <a:ext cx="2297430"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23" name="Picture Placeholder 2">
            <a:extLst xmlns:a="http://schemas.openxmlformats.org/drawingml/2006/main">
              <a:ext uri="{FF2B5EF4-FFF2-40B4-BE49-F238E27FC236}">
                <a16:creationId xmlns:a16="http://schemas.microsoft.com/office/drawing/2014/main" id="{9546C592-9E0E-49E7-88D8-6CEF3F38DD5F}"/>
              </a:ext>
            </a:extLst>
          </p:cNvPr>
          <p:cNvSpPr>
            <a:spLocks xmlns:a="http://schemas.openxmlformats.org/drawingml/2006/main" noGrp="1"/>
          </p:cNvSpPr>
          <p:nvPr>
            <p:ph type="pic" idx="21"/>
          </p:nvPr>
        </p:nvSpPr>
        <p:spPr>
          <a:xfrm xmlns:a="http://schemas.openxmlformats.org/drawingml/2006/main">
            <a:off x="2959103" y="1752655"/>
            <a:ext cx="2297430" cy="1143000"/>
          </a:xfrm>
          <a:prstGeom xmlns:a="http://schemas.openxmlformats.org/drawingml/2006/main" prst="roundRect">
            <a:avLst>
              <a:gd name="adj" fmla="val 0"/>
            </a:avLst>
          </a:prstGeom>
          <a:effectLst xmlns:a="http://schemas.openxmlformats.org/drawingml/2006/main">
            <a:outerShdw blurRad="50800" dist="50800" dir="5400000" algn="tl" rotWithShape="0">
              <a:srgbClr val="000000">
                <a:alpha val="43000"/>
              </a:srgbClr>
            </a:outerShdw>
          </a:effectLst>
        </p:spPr>
        <p:txBody>
          <a:bodyPr xmlns:a="http://schemas.openxmlformats.org/drawingml/2006/main" anchor="t">
            <a:normAutofit/>
          </a:bodyPr>
          <a:lstStyle xmlns:a="http://schemas.openxmlformats.org/drawingml/2006/main">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xmlns:a="http://schemas.openxmlformats.org/drawingml/2006/main">
            <a:r>
              <a:t>Haga clic en el icono para agregar una imagen</a:t>
            </a:r>
            <a:endParaRPr/>
          </a:p>
        </p:txBody>
      </p:sp>
      <p:sp>
        <p:nvSpPr>
          <p:cNvPr id="24" name="Text Placeholder 3">
            <a:extLst xmlns:a="http://schemas.openxmlformats.org/drawingml/2006/main">
              <a:ext uri="{FF2B5EF4-FFF2-40B4-BE49-F238E27FC236}">
                <a16:creationId xmlns:a16="http://schemas.microsoft.com/office/drawing/2014/main" id="{F9969C2A-A5BF-47FF-AD81-DE1930482B56}"/>
              </a:ext>
            </a:extLst>
          </p:cNvPr>
          <p:cNvSpPr>
            <a:spLocks xmlns:a="http://schemas.openxmlformats.org/drawingml/2006/main" noGrp="1"/>
          </p:cNvSpPr>
          <p:nvPr>
            <p:ph type="body" idx="19"/>
          </p:nvPr>
        </p:nvSpPr>
        <p:spPr>
          <a:xfrm xmlns:a="http://schemas.openxmlformats.org/drawingml/2006/main">
            <a:off x="2958088" y="3655323"/>
            <a:ext cx="2300473" cy="796817"/>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25" name="Text Placeholder 4">
            <a:extLst xmlns:a="http://schemas.openxmlformats.org/drawingml/2006/main">
              <a:ext uri="{FF2B5EF4-FFF2-40B4-BE49-F238E27FC236}">
                <a16:creationId xmlns:a16="http://schemas.microsoft.com/office/drawing/2014/main" id="{1CEADCF9-C322-4828-B409-29C10B6724B3}"/>
              </a:ext>
            </a:extLst>
          </p:cNvPr>
          <p:cNvSpPr>
            <a:spLocks xmlns:a="http://schemas.openxmlformats.org/drawingml/2006/main" noGrp="1"/>
          </p:cNvSpPr>
          <p:nvPr>
            <p:ph type="body" idx="13"/>
          </p:nvPr>
        </p:nvSpPr>
        <p:spPr>
          <a:xfrm xmlns:a="http://schemas.openxmlformats.org/drawingml/2006/main">
            <a:off x="5423009" y="3223127"/>
            <a:ext cx="2297629" cy="432197"/>
          </a:xfrm>
        </p:spPr>
        <p:txBody>
          <a:bodyPr xmlns:a="http://schemas.openxmlformats.org/drawingml/2006/main" anchor="b">
            <a:noAutofit/>
          </a:bodyPr>
          <a:lstStyle xmlns:a="http://schemas.openxmlformats.org/drawingml/2006/main">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Haga clic para modificar los estilos de texto del patrón</a:t>
            </a:r>
          </a:p>
        </p:txBody>
      </p:sp>
      <p:sp>
        <p:nvSpPr>
          <p:cNvPr id="26" name="Picture Placeholder 2">
            <a:extLst xmlns:a="http://schemas.openxmlformats.org/drawingml/2006/main">
              <a:ext uri="{FF2B5EF4-FFF2-40B4-BE49-F238E27FC236}">
                <a16:creationId xmlns:a16="http://schemas.microsoft.com/office/drawing/2014/main" id="{26D470FC-38BE-4EBD-A616-EED4DFFA1BEC}"/>
              </a:ext>
            </a:extLst>
          </p:cNvPr>
          <p:cNvSpPr>
            <a:spLocks xmlns:a="http://schemas.openxmlformats.org/drawingml/2006/main" noGrp="1"/>
          </p:cNvSpPr>
          <p:nvPr>
            <p:ph type="pic" idx="22"/>
          </p:nvPr>
        </p:nvSpPr>
        <p:spPr>
          <a:xfrm xmlns:a="http://schemas.openxmlformats.org/drawingml/2006/main">
            <a:off x="5423008" y="1752655"/>
            <a:ext cx="2297629" cy="1143000"/>
          </a:xfrm>
          <a:prstGeom xmlns:a="http://schemas.openxmlformats.org/drawingml/2006/main" prst="roundRect">
            <a:avLst>
              <a:gd name="adj" fmla="val 0"/>
            </a:avLst>
          </a:prstGeom>
          <a:effectLst xmlns:a="http://schemas.openxmlformats.org/drawingml/2006/main">
            <a:outerShdw blurRad="50800" dist="50800" dir="5400000" algn="tl" rotWithShape="0">
              <a:srgbClr val="000000">
                <a:alpha val="43000"/>
              </a:srgbClr>
            </a:outerShdw>
          </a:effectLst>
        </p:spPr>
        <p:txBody>
          <a:bodyPr xmlns:a="http://schemas.openxmlformats.org/drawingml/2006/main" anchor="t">
            <a:normAutofit/>
          </a:bodyPr>
          <a:lstStyle xmlns:a="http://schemas.openxmlformats.org/drawingml/2006/main">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xmlns:a="http://schemas.openxmlformats.org/drawingml/2006/main">
            <a:r>
              <a:t>Haga clic en el icono para agregar una imagen</a:t>
            </a:r>
            <a:endParaRPr/>
          </a:p>
        </p:txBody>
      </p:sp>
      <p:sp>
        <p:nvSpPr>
          <p:cNvPr id="27" name="Text Placeholder 3">
            <a:extLst xmlns:a="http://schemas.openxmlformats.org/drawingml/2006/main">
              <a:ext uri="{FF2B5EF4-FFF2-40B4-BE49-F238E27FC236}">
                <a16:creationId xmlns:a16="http://schemas.microsoft.com/office/drawing/2014/main" id="{E0CAC0C0-DBDE-4F2C-BF80-151B957F62DA}"/>
              </a:ext>
            </a:extLst>
          </p:cNvPr>
          <p:cNvSpPr>
            <a:spLocks xmlns:a="http://schemas.openxmlformats.org/drawingml/2006/main" noGrp="1"/>
          </p:cNvSpPr>
          <p:nvPr>
            <p:ph type="body" idx="20"/>
          </p:nvPr>
        </p:nvSpPr>
        <p:spPr>
          <a:xfrm xmlns:a="http://schemas.openxmlformats.org/drawingml/2006/main">
            <a:off x="5422915" y="3655321"/>
            <a:ext cx="2300672" cy="796817"/>
          </a:xfrm>
        </p:spPr>
        <p:txBody>
          <a:bodyPr xmlns:a="http://schemas.openxmlformats.org/drawingml/2006/main" anchor="t">
            <a:normAutofit/>
          </a:bodyPr>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Haga clic para modificar los estilos de texto del patrón</a:t>
            </a:r>
          </a:p>
        </p:txBody>
      </p:sp>
      <p:sp>
        <p:nvSpPr>
          <p:cNvPr id="3" name="Date Placeholder 2">
            <a:extLst xmlns:a="http://schemas.openxmlformats.org/drawingml/2006/main">
              <a:ext uri="{FF2B5EF4-FFF2-40B4-BE49-F238E27FC236}">
                <a16:creationId xmlns:a16="http://schemas.microsoft.com/office/drawing/2014/main" id="{9F4A845F-C801-435E-AAA2-C88BC73208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4" name="Footer Placeholder 3">
            <a:extLst xmlns:a="http://schemas.openxmlformats.org/drawingml/2006/main">
              <a:ext uri="{FF2B5EF4-FFF2-40B4-BE49-F238E27FC236}">
                <a16:creationId xmlns:a16="http://schemas.microsoft.com/office/drawing/2014/main" id="{55AF9AA1-A5B0-41DF-A82E-810558FABA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08F62EE-4CCD-4F79-9576-8DDCBAB42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6.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A08391AE-749D-4171-9B12-EB41857A8DF7}"/>
              </a:ext>
            </a:extLst>
          </p:cNvPr>
          <p:cNvPicPr>
            <a:picLocks xmlns:a="http://schemas.openxmlformats.org/drawingml/2006/main" noChangeAspect="1"/>
          </p:cNvPicPr>
          <p:nvPr/>
        </p:nvPicPr>
        <p:blipFill>
          <a:blip xmlns:r="http://schemas.openxmlformats.org/officeDocument/2006/relationships" xmlns:a="http://schemas.openxmlformats.org/drawingml/2006/main" r:embed="R8bfd44af895b4801"/>
          <a:stretch xmlns:a="http://schemas.openxmlformats.org/drawingml/2006/main">
            <a:fillRect l="0" t="0" r="0" b="0"/>
          </a:stretch>
        </p:blipFill>
        <p:spPr>
          <a:xfrm xmlns:a="http://schemas.openxmlformats.org/drawingml/2006/main">
            <a:off x="1" y="1477680"/>
            <a:ext cx="7828359" cy="240873"/>
          </a:xfrm>
          <a:prstGeom xmlns:a="http://schemas.openxmlformats.org/drawingml/2006/main" prst="rect">
            <a:avLst/>
          </a:prstGeom>
        </p:spPr>
      </p:pic>
      <p:pic>
        <p:nvPicPr>
          <p:cNvPr id="8" name="Picture 7">
            <a:extLst xmlns:a="http://schemas.openxmlformats.org/drawingml/2006/main">
              <a:ext uri="{FF2B5EF4-FFF2-40B4-BE49-F238E27FC236}">
                <a16:creationId xmlns:a16="http://schemas.microsoft.com/office/drawing/2014/main" id="{F50A8C41-7EEB-4118-8D9A-0B7B82FB9648}"/>
              </a:ext>
            </a:extLst>
          </p:cNvPr>
          <p:cNvPicPr>
            <a:picLocks xmlns:a="http://schemas.openxmlformats.org/drawingml/2006/main" noChangeAspect="1"/>
          </p:cNvPicPr>
          <p:nvPr/>
        </p:nvPicPr>
        <p:blipFill>
          <a:blip xmlns:r="http://schemas.openxmlformats.org/officeDocument/2006/relationships" xmlns:a="http://schemas.openxmlformats.org/drawingml/2006/main" r:embed="R45d13f6140f648d0"/>
          <a:stretch xmlns:a="http://schemas.openxmlformats.org/drawingml/2006/main">
            <a:fillRect l="0" t="0" r="0" b="0"/>
          </a:stretch>
        </p:blipFill>
        <p:spPr>
          <a:xfrm xmlns:a="http://schemas.openxmlformats.org/drawingml/2006/main">
            <a:off x="7939370" y="1478425"/>
            <a:ext cx="1202248" cy="108203"/>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BD82B04A-E97C-464D-B5FD-5B049E07B3FA}"/>
              </a:ext>
            </a:extLst>
          </p:cNvPr>
          <p:cNvSpPr>
            <a:spLocks xmlns:a="http://schemas.openxmlformats.org/drawingml/2006/main" noGrp="1"/>
          </p:cNvSpPr>
          <p:nvPr/>
        </p:nvSpPr>
        <p:spPr>
          <a:xfrm xmlns:a="http://schemas.openxmlformats.org/drawingml/2006/main">
            <a:off x="0" y="457200"/>
            <a:ext cx="7828359"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10" name="Rectangle 9">
            <a:extLst xmlns:a="http://schemas.openxmlformats.org/drawingml/2006/main">
              <a:ext uri="{FF2B5EF4-FFF2-40B4-BE49-F238E27FC236}">
                <a16:creationId xmlns:a16="http://schemas.microsoft.com/office/drawing/2014/main" id="{627BD611-B973-49EB-B2E5-957C99EF480E}"/>
              </a:ext>
            </a:extLst>
          </p:cNvPr>
          <p:cNvSpPr>
            <a:spLocks xmlns:a="http://schemas.openxmlformats.org/drawingml/2006/main" noGrp="1"/>
          </p:cNvSpPr>
          <p:nvPr/>
        </p:nvSpPr>
        <p:spPr>
          <a:xfrm xmlns:a="http://schemas.openxmlformats.org/drawingml/2006/main">
            <a:off x="7939371" y="457200"/>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8790AB6E-FDA7-4C12-9D04-BC512158ECE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r">
              <a:buNone/>
              <a:defRPr/>
            </a:lvl1pPr>
          </a:lstStyle>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3190ABB7-1DE2-4D8E-9C7A-DE35B7F66D4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F85FC65F-89EB-4ACD-8E4E-441CAB4848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995A95D0-5348-4AE6-A3DA-7ABEE9C4C2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93F50CA-F89F-42FF-AF50-A5508ED48B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02111984F565}" type="slidenum">
              <a:t>‹Nº›</a:t>
            </a:fld>
            <a:endParaRPr/>
          </a:p>
        </p:txBody>
      </p:sp>
    </p:spTree>
  </p:cSld>
  <p:hf sldNum="0" hdr="0" ftr="0" dt="0"/>
</p:sldLayout>
</file>

<file path=ppt/slideLayouts/slideLayout17.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7E78555-1814-4CB7-81E6-77B8840F2DD0}"/>
              </a:ext>
            </a:extLst>
          </p:cNvPr>
          <p:cNvSpPr>
            <a:spLocks xmlns:a="http://schemas.openxmlformats.org/drawingml/2006/main" noGrp="1"/>
          </p:cNvSpPr>
          <p:nvPr/>
        </p:nvSpPr>
        <p:spPr>
          <a:xfrm xmlns:a="http://schemas.openxmlformats.org/drawingml/2006/main" rot="5400000">
            <a:off x="6087155" y="1402046"/>
            <a:ext cx="3830241" cy="1026149"/>
          </a:xfrm>
          <a:prstGeom xmlns:a="http://schemas.openxmlformats.org/drawingml/2006/main" prst="rect">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8" name="Rectangle 7">
            <a:extLst xmlns:a="http://schemas.openxmlformats.org/drawingml/2006/main">
              <a:ext uri="{FF2B5EF4-FFF2-40B4-BE49-F238E27FC236}">
                <a16:creationId xmlns:a16="http://schemas.microsoft.com/office/drawing/2014/main" id="{EF959AE1-965D-4622-BE92-DD02B7C6CD21}"/>
              </a:ext>
            </a:extLst>
          </p:cNvPr>
          <p:cNvSpPr>
            <a:spLocks xmlns:a="http://schemas.openxmlformats.org/drawingml/2006/main" noGrp="1"/>
          </p:cNvSpPr>
          <p:nvPr/>
        </p:nvSpPr>
        <p:spPr>
          <a:xfrm xmlns:a="http://schemas.openxmlformats.org/drawingml/2006/main" rot="5400000">
            <a:off x="7401152" y="4029302"/>
            <a:ext cx="1202248" cy="102614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
        <p:nvSpPr>
          <p:cNvPr id="2" name="Vertical Title 1">
            <a:extLst xmlns:a="http://schemas.openxmlformats.org/drawingml/2006/main">
              <a:ext uri="{FF2B5EF4-FFF2-40B4-BE49-F238E27FC236}">
                <a16:creationId xmlns:a16="http://schemas.microsoft.com/office/drawing/2014/main" id="{0BDFD317-DC9D-4CBF-8375-9D821090EE7F}"/>
              </a:ext>
            </a:extLst>
          </p:cNvPr>
          <p:cNvSpPr>
            <a:spLocks xmlns:a="http://schemas.openxmlformats.org/drawingml/2006/main" noGrp="1"/>
          </p:cNvSpPr>
          <p:nvPr>
            <p:ph type="title" idx="0"/>
          </p:nvPr>
        </p:nvSpPr>
        <p:spPr>
          <a:xfrm xmlns:a="http://schemas.openxmlformats.org/drawingml/2006/main">
            <a:off x="7596923" y="457198"/>
            <a:ext cx="805352" cy="3265320"/>
          </a:xfrm>
        </p:spPr>
        <p:txBody>
          <a:bodyPr xmlns:a="http://schemas.openxmlformats.org/drawingml/2006/main" vert="eaVert"/>
          <a:lstStyle xmlns:a="http://schemas.openxmlformats.org/drawingml/2006/main"/>
          <a:p xmlns:a="http://schemas.openxmlformats.org/drawingml/2006/main">
            <a:r>
              <a:t>Haga clic para modificar el estilo de título del patrón</a:t>
            </a:r>
            <a:endParaRPr/>
          </a:p>
        </p:txBody>
      </p:sp>
      <p:sp>
        <p:nvSpPr>
          <p:cNvPr id="3" name="Vertical Text Placeholder 2">
            <a:extLst xmlns:a="http://schemas.openxmlformats.org/drawingml/2006/main">
              <a:ext uri="{FF2B5EF4-FFF2-40B4-BE49-F238E27FC236}">
                <a16:creationId xmlns:a16="http://schemas.microsoft.com/office/drawing/2014/main" id="{1613CBB2-A1F4-4A3D-AED8-BB7987CA872A}"/>
              </a:ext>
            </a:extLst>
          </p:cNvPr>
          <p:cNvSpPr>
            <a:spLocks xmlns:a="http://schemas.openxmlformats.org/drawingml/2006/main" noGrp="1"/>
          </p:cNvSpPr>
          <p:nvPr>
            <p:ph type="body" idx="1"/>
          </p:nvPr>
        </p:nvSpPr>
        <p:spPr>
          <a:xfrm xmlns:a="http://schemas.openxmlformats.org/drawingml/2006/main">
            <a:off x="510241" y="457198"/>
            <a:ext cx="6652503" cy="3994942"/>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48FBF295-4996-460E-8180-D96C9B6F2344}"/>
              </a:ext>
            </a:extLst>
          </p:cNvPr>
          <p:cNvSpPr>
            <a:spLocks xmlns:a="http://schemas.openxmlformats.org/drawingml/2006/main" noGrp="1"/>
          </p:cNvSpPr>
          <p:nvPr>
            <p:ph type="dt" idx="10"/>
          </p:nvPr>
        </p:nvSpPr>
        <p:spPr>
          <a:xfrm xmlns:a="http://schemas.openxmlformats.org/drawingml/2006/main">
            <a:off x="5105344" y="4452141"/>
            <a:ext cx="2057400" cy="273844"/>
          </a:xfrm>
        </p:spPr>
        <p:txBody>
          <a:bodyPr xmlns:a="http://schemas.openxmlformats.org/drawingml/2006/main"/>
          <a:lstStyle xmlns:a="http://schemas.openxmlformats.org/drawingml/2006/main"/>
          <a:p xmlns:a="http://schemas.openxmlformats.org/drawingml/2006/main">
            <a:fld id="{4AAD347D-5ACD-4C99-B74B-A9C85AD731AF}"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B94063CE-27BD-47E2-9B6E-837AE6188F2B}"/>
              </a:ext>
            </a:extLst>
          </p:cNvPr>
          <p:cNvSpPr>
            <a:spLocks xmlns:a="http://schemas.openxmlformats.org/drawingml/2006/main" noGrp="1"/>
          </p:cNvSpPr>
          <p:nvPr>
            <p:ph type="ftr" idx="11"/>
          </p:nvPr>
        </p:nvSpPr>
        <p:spPr>
          <a:xfrm xmlns:a="http://schemas.openxmlformats.org/drawingml/2006/main">
            <a:off x="510241" y="4452141"/>
            <a:ext cx="4595104" cy="273844"/>
          </a:xfr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5A4F0A-1C21-4287-8163-8897F6E68FE6}"/>
              </a:ext>
            </a:extLst>
          </p:cNvPr>
          <p:cNvSpPr>
            <a:spLocks xmlns:a="http://schemas.openxmlformats.org/drawingml/2006/main" noGrp="1"/>
          </p:cNvSpPr>
          <p:nvPr>
            <p:ph type="sldNum" idx="12"/>
          </p:nvPr>
        </p:nvSpPr>
        <p:spPr>
          <a:xfrm xmlns:a="http://schemas.openxmlformats.org/drawingml/2006/main">
            <a:off x="7573163" y="4048975"/>
            <a:ext cx="865613" cy="818092"/>
          </a:xfrm>
        </p:spPr>
        <p:txBody>
          <a:bodyPr xmlns:a="http://schemas.openxmlformats.org/drawingml/2006/main" anchor="t"/>
          <a:lstStyle xmlns:a="http://schemas.openxmlformats.org/drawingml/2006/main">
            <a:lvl1pPr algn="ctr">
              <a:buNone/>
              <a:defRPr/>
            </a:lvl1pPr>
          </a:lstStyle>
          <a:p xmlns:a="http://schemas.openxmlformats.org/drawingml/2006/main">
            <a:fld id="{D57F1E4F-1CFF-5643-939E-02111984F565}" type="slidenum">
              <a:t>‹Nº›</a:t>
            </a:fld>
            <a:endParaRPr/>
          </a:p>
        </p:txBody>
      </p:sp>
    </p:spTree>
  </p:cSld>
  <p:hf sldNum="0" hdr="0" ftr="0" dt="0"/>
</p:sldLayout>
</file>

<file path=ppt/slideLayouts/slideLayout18.xml><?xml version="1.0" encoding="utf-8"?>
<p:sldLayout xmlns:p="http://schemas.openxmlformats.org/presentationml/2006/main">
  <p:cSld name="DEFAULT">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p:cSld name="Entrega 3 limpia">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355f5a2b87c43cc" /><Relationship Type="http://schemas.openxmlformats.org/officeDocument/2006/relationships/theme" Target="/ppt/slideMasters/theme/theme2.xml" Id="R3760152ffc264eb1" /><Relationship Type="http://schemas.openxmlformats.org/officeDocument/2006/relationships/slideLayout" Target="/ppt/slideLayouts/slideLayout1.xml" Id="R130bfbefbd3c4838" /><Relationship Type="http://schemas.openxmlformats.org/officeDocument/2006/relationships/slideLayout" Target="/ppt/slideLayouts/slideLayout2.xml" Id="Rc939a2eaf8fa4035" /><Relationship Type="http://schemas.openxmlformats.org/officeDocument/2006/relationships/slideLayout" Target="/ppt/slideLayouts/slideLayout3.xml" Id="Ra1e135e9fa5b4845" /><Relationship Type="http://schemas.openxmlformats.org/officeDocument/2006/relationships/slideLayout" Target="/ppt/slideLayouts/slideLayout4.xml" Id="Ra3a78da96d614a40" /><Relationship Type="http://schemas.openxmlformats.org/officeDocument/2006/relationships/slideLayout" Target="/ppt/slideLayouts/slideLayout5.xml" Id="R1a580ad9bb974e9a" /><Relationship Type="http://schemas.openxmlformats.org/officeDocument/2006/relationships/slideLayout" Target="/ppt/slideLayouts/slideLayout6.xml" Id="Re45e4974596d41f4" /><Relationship Type="http://schemas.openxmlformats.org/officeDocument/2006/relationships/slideLayout" Target="/ppt/slideLayouts/slideLayout7.xml" Id="R601d7773b9334d15" /><Relationship Type="http://schemas.openxmlformats.org/officeDocument/2006/relationships/slideLayout" Target="/ppt/slideLayouts/slideLayout8.xml" Id="Rc256486c35b641e8" /><Relationship Type="http://schemas.openxmlformats.org/officeDocument/2006/relationships/slideLayout" Target="/ppt/slideLayouts/slideLayout9.xml" Id="R02f0bdb242eb481d" /><Relationship Type="http://schemas.openxmlformats.org/officeDocument/2006/relationships/slideLayout" Target="/ppt/slideLayouts/slideLayout10.xml" Id="R8d35a7929bef44a4" /><Relationship Type="http://schemas.openxmlformats.org/officeDocument/2006/relationships/slideLayout" Target="/ppt/slideLayouts/slideLayout11.xml" Id="R6071be3a44b84305" /><Relationship Type="http://schemas.openxmlformats.org/officeDocument/2006/relationships/slideLayout" Target="/ppt/slideLayouts/slideLayout12.xml" Id="Rf9168e15a6814ec8" /><Relationship Type="http://schemas.openxmlformats.org/officeDocument/2006/relationships/slideLayout" Target="/ppt/slideLayouts/slideLayout13.xml" Id="Ra80700521afa477b" /><Relationship Type="http://schemas.openxmlformats.org/officeDocument/2006/relationships/slideLayout" Target="/ppt/slideLayouts/slideLayout14.xml" Id="R23268618d9784a7c" /><Relationship Type="http://schemas.openxmlformats.org/officeDocument/2006/relationships/slideLayout" Target="/ppt/slideLayouts/slideLayout15.xml" Id="Ra512cf2f630d4206" /><Relationship Type="http://schemas.openxmlformats.org/officeDocument/2006/relationships/slideLayout" Target="/ppt/slideLayouts/slideLayout16.xml" Id="R795934e0524f44ea" /><Relationship Type="http://schemas.openxmlformats.org/officeDocument/2006/relationships/slideLayout" Target="/ppt/slideLayouts/slideLayout17.xml" Id="R092f5de8982b4f6f" /><Relationship Type="http://schemas.openxmlformats.org/officeDocument/2006/relationships/slideLayout" Target="/ppt/slideLayouts/slideLayout18.xml" Id="R543383dac53b4f14" /><Relationship Type="http://schemas.openxmlformats.org/officeDocument/2006/relationships/slideLayout" Target="/ppt/slideLayouts/slideLayout19.xml" Id="Rb218d15b8e8c4f6a" /></Relationships>
</file>

<file path=ppt/slideMasters/slideMaster1.xml><?xml version="1.0" encoding="utf-8"?>
<p:sldMaster xmlns:p="http://schemas.openxmlformats.org/presentationml/2006/main">
  <p:cSld>
    <p:bg>
      <p:bgRef idx="1003">
        <a:schemeClr xmlns:a="http://schemas.openxmlformats.org/drawingml/2006/main" val="bg1"/>
      </p:bgRef>
    </p:bg>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D4F074E3-F9FB-4061-81C5-9D8CAAB18E96}"/>
              </a:ext>
            </a:extLst>
          </p:cNvPr>
          <p:cNvPicPr>
            <a:picLocks xmlns:a="http://schemas.openxmlformats.org/drawingml/2006/main" noChangeAspect="1"/>
          </p:cNvPicPr>
          <p:nvPr/>
        </p:nvPicPr>
        <p:blipFill>
          <a:blip xmlns:r="http://schemas.openxmlformats.org/officeDocument/2006/relationships" xmlns:a="http://schemas.openxmlformats.org/drawingml/2006/main" r:embed="R2355f5a2b87c43cc">
            <a:alphaModFix amt="10000"/>
          </a:blip>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2" name="Title Placeholder 1">
            <a:extLst xmlns:a="http://schemas.openxmlformats.org/drawingml/2006/main">
              <a:ext uri="{FF2B5EF4-FFF2-40B4-BE49-F238E27FC236}">
                <a16:creationId xmlns:a16="http://schemas.microsoft.com/office/drawing/2014/main" id="{6C917A4F-89FB-476C-B98C-12CB474B811D}"/>
              </a:ext>
            </a:extLst>
          </p:cNvPr>
          <p:cNvSpPr>
            <a:spLocks xmlns:a="http://schemas.openxmlformats.org/drawingml/2006/main" noGrp="1"/>
          </p:cNvSpPr>
          <p:nvPr>
            <p:ph type="title" idx="0"/>
          </p:nvPr>
        </p:nvSpPr>
        <p:spPr>
          <a:xfrm xmlns:a="http://schemas.openxmlformats.org/drawingml/2006/main">
            <a:off x="510241" y="564921"/>
            <a:ext cx="7210396" cy="81070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endParaRPr/>
          </a:p>
        </p:txBody>
      </p:sp>
      <p:sp>
        <p:nvSpPr>
          <p:cNvPr id="3" name="Text Placeholder 2">
            <a:extLst xmlns:a="http://schemas.openxmlformats.org/drawingml/2006/main">
              <a:ext uri="{FF2B5EF4-FFF2-40B4-BE49-F238E27FC236}">
                <a16:creationId xmlns:a16="http://schemas.microsoft.com/office/drawing/2014/main" id="{28843696-4E88-4434-8139-5DF6DB56390D}"/>
              </a:ext>
            </a:extLst>
          </p:cNvPr>
          <p:cNvSpPr>
            <a:spLocks xmlns:a="http://schemas.openxmlformats.org/drawingml/2006/main" noGrp="1"/>
          </p:cNvSpPr>
          <p:nvPr>
            <p:ph type="body" idx="1"/>
          </p:nvPr>
        </p:nvSpPr>
        <p:spPr>
          <a:xfrm xmlns:a="http://schemas.openxmlformats.org/drawingml/2006/main">
            <a:off x="510241" y="1752655"/>
            <a:ext cx="7210396" cy="269948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Date Placeholder 3">
            <a:extLst xmlns:a="http://schemas.openxmlformats.org/drawingml/2006/main">
              <a:ext uri="{FF2B5EF4-FFF2-40B4-BE49-F238E27FC236}">
                <a16:creationId xmlns:a16="http://schemas.microsoft.com/office/drawing/2014/main" id="{9D95B550-BDCC-422C-93F9-24A32AF06CC3}"/>
              </a:ext>
            </a:extLst>
          </p:cNvPr>
          <p:cNvSpPr>
            <a:spLocks xmlns:a="http://schemas.openxmlformats.org/drawingml/2006/main" noGrp="1"/>
          </p:cNvSpPr>
          <p:nvPr>
            <p:ph type="dt" idx="2"/>
          </p:nvPr>
        </p:nvSpPr>
        <p:spPr>
          <a:xfrm xmlns:a="http://schemas.openxmlformats.org/drawingml/2006/main">
            <a:off x="5663236" y="4452141"/>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88">
                <a:solidFill>
                  <a:schemeClr val="tx1">
                    <a:tint val="75000"/>
                  </a:schemeClr>
                </a:solidFill>
              </a:defRPr>
            </a:lvl1pPr>
          </a:lstStyle>
          <a:p xmlns:a="http://schemas.openxmlformats.org/drawingml/2006/main">
            <a:fld id="{4AAD347D-5ACD-4C99-B74B-A9C85AD731AF}" type="datetimeFigureOut">
              <a:t>10/3/2026</a:t>
            </a:fld>
            <a:endParaRPr/>
          </a:p>
        </p:txBody>
      </p:sp>
      <p:sp>
        <p:nvSpPr>
          <p:cNvPr id="5" name="Footer Placeholder 4">
            <a:extLst xmlns:a="http://schemas.openxmlformats.org/drawingml/2006/main">
              <a:ext uri="{FF2B5EF4-FFF2-40B4-BE49-F238E27FC236}">
                <a16:creationId xmlns:a16="http://schemas.microsoft.com/office/drawing/2014/main" id="{03423A89-4070-45B8-9B53-A1932BF12745}"/>
              </a:ext>
            </a:extLst>
          </p:cNvPr>
          <p:cNvSpPr>
            <a:spLocks xmlns:a="http://schemas.openxmlformats.org/drawingml/2006/main" noGrp="1"/>
          </p:cNvSpPr>
          <p:nvPr>
            <p:ph type="ftr" idx="3"/>
          </p:nvPr>
        </p:nvSpPr>
        <p:spPr>
          <a:xfrm xmlns:a="http://schemas.openxmlformats.org/drawingml/2006/main">
            <a:off x="510241" y="4452141"/>
            <a:ext cx="5152995"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88">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F01ADDE-B83D-4864-8C53-BA25C32AE735}"/>
              </a:ext>
            </a:extLst>
          </p:cNvPr>
          <p:cNvSpPr>
            <a:spLocks xmlns:a="http://schemas.openxmlformats.org/drawingml/2006/main" noGrp="1"/>
          </p:cNvSpPr>
          <p:nvPr>
            <p:ph type="sldNum" idx="4"/>
          </p:nvPr>
        </p:nvSpPr>
        <p:spPr>
          <a:xfrm xmlns:a="http://schemas.openxmlformats.org/drawingml/2006/main">
            <a:off x="8047092" y="564921"/>
            <a:ext cx="865613" cy="818092"/>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2700">
                <a:solidFill>
                  <a:schemeClr val="tx1">
                    <a:tint val="75000"/>
                  </a:schemeClr>
                </a:solidFill>
              </a:defRPr>
            </a:lvl1pPr>
          </a:lstStyle>
          <a:p xmlns:a="http://schemas.openxmlformats.org/drawingml/2006/main">
            <a:fld id="{D57F1E4F-1CFF-5643-939E-02111984F565}"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0bfbefbd3c4838"/>
    <p:sldLayoutId xmlns:r="http://schemas.openxmlformats.org/officeDocument/2006/relationships" id="2147483650" r:id="Rc939a2eaf8fa4035"/>
    <p:sldLayoutId xmlns:r="http://schemas.openxmlformats.org/officeDocument/2006/relationships" id="2147483651" r:id="Ra1e135e9fa5b4845"/>
    <p:sldLayoutId xmlns:r="http://schemas.openxmlformats.org/officeDocument/2006/relationships" id="2147483652" r:id="Ra3a78da96d614a40"/>
    <p:sldLayoutId xmlns:r="http://schemas.openxmlformats.org/officeDocument/2006/relationships" id="2147483653" r:id="R1a580ad9bb974e9a"/>
    <p:sldLayoutId xmlns:r="http://schemas.openxmlformats.org/officeDocument/2006/relationships" id="2147483654" r:id="Re45e4974596d41f4"/>
    <p:sldLayoutId xmlns:r="http://schemas.openxmlformats.org/officeDocument/2006/relationships" id="2147483655" r:id="R601d7773b9334d15"/>
    <p:sldLayoutId xmlns:r="http://schemas.openxmlformats.org/officeDocument/2006/relationships" id="2147483656" r:id="Rc256486c35b641e8"/>
    <p:sldLayoutId xmlns:r="http://schemas.openxmlformats.org/officeDocument/2006/relationships" id="2147483657" r:id="R02f0bdb242eb481d"/>
    <p:sldLayoutId xmlns:r="http://schemas.openxmlformats.org/officeDocument/2006/relationships" id="2147483658" r:id="R8d35a7929bef44a4"/>
    <p:sldLayoutId xmlns:r="http://schemas.openxmlformats.org/officeDocument/2006/relationships" id="2147483659" r:id="R6071be3a44b84305"/>
    <p:sldLayoutId xmlns:r="http://schemas.openxmlformats.org/officeDocument/2006/relationships" id="2147483660" r:id="Rf9168e15a6814ec8"/>
    <p:sldLayoutId xmlns:r="http://schemas.openxmlformats.org/officeDocument/2006/relationships" id="2147483661" r:id="Ra80700521afa477b"/>
    <p:sldLayoutId xmlns:r="http://schemas.openxmlformats.org/officeDocument/2006/relationships" id="2147483662" r:id="R23268618d9784a7c"/>
    <p:sldLayoutId xmlns:r="http://schemas.openxmlformats.org/officeDocument/2006/relationships" id="2147483663" r:id="Ra512cf2f630d4206"/>
    <p:sldLayoutId xmlns:r="http://schemas.openxmlformats.org/officeDocument/2006/relationships" id="2147483664" r:id="R795934e0524f44ea"/>
    <p:sldLayoutId xmlns:r="http://schemas.openxmlformats.org/officeDocument/2006/relationships" id="2147483665" r:id="R092f5de8982b4f6f"/>
    <p:sldLayoutId xmlns:r="http://schemas.openxmlformats.org/officeDocument/2006/relationships" id="2147483666" r:id="R543383dac53b4f14"/>
    <p:sldLayoutId xmlns:r="http://schemas.openxmlformats.org/officeDocument/2006/relationships" id="2147483667" r:id="Rb218d15b8e8c4f6a"/>
  </p:sldLayoutIdLst>
  <p:hf sldNum="0" hdr="0" ftr="0" dt="0"/>
  <p:txStyles>
    <p:titleStyle>
      <a:lvl1pPr xmlns:a="http://schemas.openxmlformats.org/drawingml/2006/main" algn="l" defTabSz="685800">
        <a:lnSpc>
          <a:spcPct val="90000"/>
        </a:lnSpc>
        <a:spcBef>
          <a:spcPct val="0"/>
        </a:spcBef>
        <a:buNone/>
        <a:defRPr sz="27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18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5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35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20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20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0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0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0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0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erlín">
  <a:themeElements>
    <a:clrScheme name="Berlí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í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lumMod val="110000"/>
                <a:satMod val="100000"/>
              </a:schemeClr>
            </a:gs>
            <a:gs pos="100000">
              <a:schemeClr val="phClr">
                <a:tint val="70000"/>
                <a:lumMod val="100000"/>
                <a:satMod val="100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9525">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lumMod val="140000"/>
                <a:satMod val="220000"/>
              </a:schemeClr>
            </a:gs>
            <a:gs pos="50000">
              <a:schemeClr val="phClr">
                <a:shade val="100000"/>
                <a:lumMod val="130000"/>
                <a:satMod val="110000"/>
              </a:schemeClr>
            </a:gs>
            <a:gs pos="100000">
              <a:schemeClr val="phClr">
                <a:shade val="69000"/>
                <a:lumMod val="69000"/>
                <a:satMod val="160000"/>
              </a:schemeClr>
            </a:gs>
          </a:gsLst>
          <a:lin ang="252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8.xml" Id="R47ebce8878aa4e78" /><Relationship Type="http://schemas.openxmlformats.org/officeDocument/2006/relationships/image" Target="/ppt/media/image4.png" Id="R2d73b4cf15334830" /><Relationship Type="http://schemas.openxmlformats.org/officeDocument/2006/relationships/notesSlide" Target="/ppt/notesSlides/notesSlide1.xml" Id="R0cd0a984748849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8.xml" Id="Rb3413a4ca4a14da5" /><Relationship Type="http://schemas.openxmlformats.org/officeDocument/2006/relationships/notesSlide" Target="/ppt/notesSlides/notesSlide2.xml" Id="Radd9e126604949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8.xml" Id="Rcb3cce85c78348f1" /><Relationship Type="http://schemas.openxmlformats.org/officeDocument/2006/relationships/image" Target="/ppt/media/image5.png" Id="R85d2bc4accb24c96" /><Relationship Type="http://schemas.openxmlformats.org/officeDocument/2006/relationships/notesSlide" Target="/ppt/notesSlides/notesSlide3.xml" Id="R980d06fb9ec549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8.xml" Id="R0f0436e276994471" /><Relationship Type="http://schemas.openxmlformats.org/officeDocument/2006/relationships/notesSlide" Target="/ppt/notesSlides/notesSlide4.xml" Id="R41822c861de641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98d435b0448944a3" /><Relationship Type="http://schemas.openxmlformats.org/officeDocument/2006/relationships/image" Target="/ppt/media/image6.png" Id="R9f046c197d2148b9" /><Relationship Type="http://schemas.openxmlformats.org/officeDocument/2006/relationships/notesSlide" Target="/ppt/notesSlides/notesSlide5.xml" Id="Rc901415f88a846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8.xml" Id="R9d9b17b83c264594" /><Relationship Type="http://schemas.openxmlformats.org/officeDocument/2006/relationships/notesSlide" Target="/ppt/notesSlides/notesSlide6.xml" Id="R9ec9253b4cd74b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8.xml" Id="R3e95140e5e424db1" /><Relationship Type="http://schemas.openxmlformats.org/officeDocument/2006/relationships/notesSlide" Target="/ppt/notesSlides/notesSlide7.xml" Id="R80738dae1cd247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8.xml" Id="Rc7619a8a3c1a49be" /><Relationship Type="http://schemas.openxmlformats.org/officeDocument/2006/relationships/notesSlide" Target="/ppt/notesSlides/notesSlide8.xml" Id="Rbe69b5eac6904e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8.xml" Id="R9c018249aa3647fc" /><Relationship Type="http://schemas.openxmlformats.org/officeDocument/2006/relationships/notesSlide" Target="/ppt/notesSlides/notesSlide9.xml" Id="Reca57009d86a45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8.xml" Id="R36125d5186c0446b" /><Relationship Type="http://schemas.openxmlformats.org/officeDocument/2006/relationships/notesSlide" Target="/ppt/notesSlides/notesSlide10.xml" Id="R0c7f4a54549c4d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8.xml" Id="Rd4e4988c7c52432f" /><Relationship Type="http://schemas.openxmlformats.org/officeDocument/2006/relationships/notesSlide" Target="/ppt/notesSlides/notesSlide11.xml" Id="Rb0e75cb9e6944f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8.xml" Id="R2702151c71544ad3" /><Relationship Type="http://schemas.openxmlformats.org/officeDocument/2006/relationships/notesSlide" Target="/ppt/notesSlides/notesSlide12.xml" Id="R340d2376ea4646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8.xml" Id="R07288f15ac964173" /><Relationship Type="http://schemas.openxmlformats.org/officeDocument/2006/relationships/notesSlide" Target="/ppt/notesSlides/notesSlide13.xml" Id="Rab07af7242574a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8.xml" Id="Rb22563ea111541d9" /><Relationship Type="http://schemas.openxmlformats.org/officeDocument/2006/relationships/notesSlide" Target="/ppt/notesSlides/notesSlide14.xml" Id="R7e8a337b2f0340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8.xml" Id="Rd6aecd35ffa44c6b" /><Relationship Type="http://schemas.openxmlformats.org/officeDocument/2006/relationships/notesSlide" Target="/ppt/notesSlides/notesSlide15.xml" Id="R4c7457fcf71749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8.xml" Id="Re49358bc5da64c43" /><Relationship Type="http://schemas.openxmlformats.org/officeDocument/2006/relationships/notesSlide" Target="/ppt/notesSlides/notesSlide16.xml" Id="R3b110a1634c944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8.xml" Id="R8f8666aa863040d4" /><Relationship Type="http://schemas.openxmlformats.org/officeDocument/2006/relationships/notesSlide" Target="/ppt/notesSlides/notesSlide17.xml" Id="Rd2cb01efa0e8493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8.xml" Id="R855e85c155e34fd4" /><Relationship Type="http://schemas.openxmlformats.org/officeDocument/2006/relationships/notesSlide" Target="/ppt/notesSlides/notesSlide18.xml" Id="Ra8ea554185554f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8.xml" Id="R53bc4d48f15f43f4" /><Relationship Type="http://schemas.openxmlformats.org/officeDocument/2006/relationships/notesSlide" Target="/ppt/notesSlides/notesSlide19.xml" Id="Rce8981d9bffa4d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8.xml" Id="Raee6fa476e224ddc" /><Relationship Type="http://schemas.openxmlformats.org/officeDocument/2006/relationships/notesSlide" Target="/ppt/notesSlides/notesSlide20.xml" Id="Reb3a3b674a9747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8.xml" Id="R54184bb58a7049d4" /><Relationship Type="http://schemas.openxmlformats.org/officeDocument/2006/relationships/image" Target="/ppt/media/image7.png" Id="Ra861f7a73cc144cb" /><Relationship Type="http://schemas.openxmlformats.org/officeDocument/2006/relationships/notesSlide" Target="/ppt/notesSlides/notesSlide21.xml" Id="Rf9ba420213d945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8.xml" Id="Rd67eef7620e1439f" /><Relationship Type="http://schemas.openxmlformats.org/officeDocument/2006/relationships/image" Target="/ppt/media/image8.png" Id="R9e7b0d02a44a4af8" /><Relationship Type="http://schemas.openxmlformats.org/officeDocument/2006/relationships/notesSlide" Target="/ppt/notesSlides/notesSlide22.xml" Id="Rd1a54bdd811d44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8.xml" Id="Rbab5d74c73f148aa" /><Relationship Type="http://schemas.openxmlformats.org/officeDocument/2006/relationships/image" Target="/ppt/media/image9.png" Id="R48653a7b903a44b4" /><Relationship Type="http://schemas.openxmlformats.org/officeDocument/2006/relationships/notesSlide" Target="/ppt/notesSlides/notesSlide23.xml" Id="R422da595191743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8.xml" Id="Rca3db54d6a6e43da" /><Relationship Type="http://schemas.openxmlformats.org/officeDocument/2006/relationships/image" Target="/ppt/media/image10.png" Id="Re08d34aa91774cc2" /><Relationship Type="http://schemas.openxmlformats.org/officeDocument/2006/relationships/notesSlide" Target="/ppt/notesSlides/notesSlide24.xml" Id="Ra9685fa3bfaa41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8.xml" Id="Rdfca2bf553dc4552" /><Relationship Type="http://schemas.openxmlformats.org/officeDocument/2006/relationships/image" Target="/ppt/media/image11.png" Id="Rb21b18814fa44f19" /><Relationship Type="http://schemas.openxmlformats.org/officeDocument/2006/relationships/notesSlide" Target="/ppt/notesSlides/notesSlide25.xml" Id="Rd9072fbd6ca34f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8.xml" Id="R953cb98e91c74b46" /><Relationship Type="http://schemas.openxmlformats.org/officeDocument/2006/relationships/image" Target="/ppt/media/image12.png" Id="Rc4f3474bc7c440c5" /><Relationship Type="http://schemas.openxmlformats.org/officeDocument/2006/relationships/notesSlide" Target="/ppt/notesSlides/notesSlide26.xml" Id="R3013b347eff44b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8.xml" Id="R87fec477665d436f" /><Relationship Type="http://schemas.openxmlformats.org/officeDocument/2006/relationships/notesSlide" Target="/ppt/notesSlides/notesSlide27.xml" Id="Rea05230a1a0044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9.xml" Id="R6ab147b8e5af4328" /><Relationship Type="http://schemas.openxmlformats.org/officeDocument/2006/relationships/notesSlide" Target="/ppt/notesSlides/notesSlide28.xml" Id="Rfa913a47a3054f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9.xml" Id="R77d9730e01584a9f" /><Relationship Type="http://schemas.openxmlformats.org/officeDocument/2006/relationships/notesSlide" Target="/ppt/notesSlides/notesSlide29.xml" Id="R9060821cabb9464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9.xml" Id="Rdf14733cdc194430" /><Relationship Type="http://schemas.openxmlformats.org/officeDocument/2006/relationships/notesSlide" Target="/ppt/notesSlides/notesSlide30.xml" Id="R44126851be7d482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9.xml" Id="Raac919d42eec45e9" /><Relationship Type="http://schemas.openxmlformats.org/officeDocument/2006/relationships/notesSlide" Target="/ppt/notesSlides/notesSlide31.xml" Id="Rfa93ebba6dda45e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9.xml" Id="R67bd746b891e47ca" /><Relationship Type="http://schemas.openxmlformats.org/officeDocument/2006/relationships/notesSlide" Target="/ppt/notesSlides/notesSlide32.xml" Id="R18bb423c6829496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9.xml" Id="R5397ddc918544bc8" /><Relationship Type="http://schemas.openxmlformats.org/officeDocument/2006/relationships/notesSlide" Target="/ppt/notesSlides/notesSlide33.xml" Id="Rd97472138f7b473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9.xml" Id="R8e3a1b4a889d40a0" /><Relationship Type="http://schemas.openxmlformats.org/officeDocument/2006/relationships/notesSlide" Target="/ppt/notesSlides/notesSlide34.xml" Id="R3d3c2afff24147b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9.xml" Id="Rb7e25cd97a8f4593" /><Relationship Type="http://schemas.openxmlformats.org/officeDocument/2006/relationships/notesSlide" Target="/ppt/notesSlides/notesSlide35.xml" Id="Rfe2e9e7321bb437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9.xml" Id="R6853edceba0548bc" /><Relationship Type="http://schemas.openxmlformats.org/officeDocument/2006/relationships/notesSlide" Target="/ppt/notesSlides/notesSlide36.xml" Id="R51ad1b26df7f4e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9.xml" Id="Rf0d4829634c149ef" /><Relationship Type="http://schemas.openxmlformats.org/officeDocument/2006/relationships/notesSlide" Target="/ppt/notesSlides/notesSlide37.xml" Id="Rebd0849a80d24b0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9.xml" Id="R1d83f2e01d854857" /><Relationship Type="http://schemas.openxmlformats.org/officeDocument/2006/relationships/notesSlide" Target="/ppt/notesSlides/notesSlide38.xml" Id="Rdfffce7246a1421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9.xml" Id="R96a9c4ad083d45c4" /><Relationship Type="http://schemas.openxmlformats.org/officeDocument/2006/relationships/notesSlide" Target="/ppt/notesSlides/notesSlide39.xml" Id="R7f25047083334e8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9.xml" Id="Rea96b15fd163428e" /><Relationship Type="http://schemas.openxmlformats.org/officeDocument/2006/relationships/notesSlide" Target="/ppt/notesSlides/notesSlide40.xml" Id="Rde67623f3fdd48f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9.xml" Id="R68eb8d1bb46e46d1" /><Relationship Type="http://schemas.openxmlformats.org/officeDocument/2006/relationships/notesSlide" Target="/ppt/notesSlides/notesSlide41.xml" Id="Rcd1ebf5d2deb403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9.xml" Id="Re9446266fc5243ce" /><Relationship Type="http://schemas.openxmlformats.org/officeDocument/2006/relationships/notesSlide" Target="/ppt/notesSlides/notesSlide42.xml" Id="R28a07b558b6b409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9.xml" Id="R4ece9029cb354ae5" /><Relationship Type="http://schemas.openxmlformats.org/officeDocument/2006/relationships/notesSlide" Target="/ppt/notesSlides/notesSlide43.xml" Id="R4f7acf74fc2f402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9.xml" Id="Rb79268b1e3254892" /><Relationship Type="http://schemas.openxmlformats.org/officeDocument/2006/relationships/notesSlide" Target="/ppt/notesSlides/notesSlide44.xml" Id="R3cdcfe653b5247a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9.xml" Id="R0291bb1a3d6241e8" /><Relationship Type="http://schemas.openxmlformats.org/officeDocument/2006/relationships/notesSlide" Target="/ppt/notesSlides/notesSlide45.xml" Id="Re3d7fe6828da40a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8.xml" Id="Rf132c9a17fd3421c" /><Relationship Type="http://schemas.openxmlformats.org/officeDocument/2006/relationships/notesSlide" Target="/ppt/notesSlides/notesSlide46.xml" Id="R4a694fd770ad4ad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C56A108F-D395-45A2-BD60-63E8ACFB0686}"/>
              </a:ext>
            </a:extLst>
          </p:cNvPr>
          <p:cNvPicPr>
            <a:picLocks xmlns:a="http://schemas.openxmlformats.org/drawingml/2006/main" noChangeAspect="1"/>
          </p:cNvPicPr>
          <p:nvPr/>
        </p:nvPicPr>
        <p:blipFill>
          <a:blip xmlns:r="http://schemas.openxmlformats.org/officeDocument/2006/relationships" xmlns:a="http://schemas.openxmlformats.org/drawingml/2006/main" r:embed="R2d73b4cf15334830"/>
          <a:stretch xmlns:a="http://schemas.openxmlformats.org/drawingml/2006/main">
            <a:fillRect l="0" t="0" r="0" b="0"/>
          </a:stretch>
        </p:blipFill>
        <p:spPr>
          <a:xfrm xmlns:a="http://schemas.openxmlformats.org/drawingml/2006/main">
            <a:off x="0" y="0"/>
            <a:ext cx="3714750" cy="51435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7F7F53A7-802B-4237-9E72-91BF45986A47}"/>
              </a:ext>
            </a:extLst>
          </p:cNvPr>
          <p:cNvSpPr>
            <a:spLocks xmlns:a="http://schemas.openxmlformats.org/drawingml/2006/main" noGrp="1"/>
          </p:cNvSpPr>
          <p:nvPr/>
        </p:nvSpPr>
        <p:spPr>
          <a:xfrm xmlns:a="http://schemas.openxmlformats.org/drawingml/2006/main">
            <a:off x="207169" y="4674915"/>
            <a:ext cx="0" cy="268560"/>
          </a:xfrm>
          <a:prstGeom xmlns:a="http://schemas.openxmlformats.org/drawingml/2006/main" prst="line">
            <a:avLst/>
          </a:prstGeom>
          <a:noFill xmlns:a="http://schemas.openxmlformats.org/drawingml/2006/main"/>
          <a:ln xmlns:a="http://schemas.openxmlformats.org/drawingml/2006/main" w="14288">
            <a:solidFill>
              <a:srgbClr val="06B6D4"/>
            </a:solidFill>
            <a:prstDash val="solid"/>
          </a:ln>
        </p:spPr>
      </p:sp>
      <p:sp>
        <p:nvSpPr>
          <p:cNvPr id="7" name="Text 3">
            <a:extLst xmlns:a="http://schemas.openxmlformats.org/drawingml/2006/main">
              <a:ext uri="{FF2B5EF4-FFF2-40B4-BE49-F238E27FC236}">
                <a16:creationId xmlns:a16="http://schemas.microsoft.com/office/drawing/2014/main" id="{27A6541B-363F-4FBF-87AC-2E66FD5AEA1D}"/>
              </a:ext>
            </a:extLst>
          </p:cNvPr>
          <p:cNvSpPr>
            <a:spLocks xmlns:a="http://schemas.openxmlformats.org/drawingml/2006/main" noGrp="1"/>
          </p:cNvSpPr>
          <p:nvPr/>
        </p:nvSpPr>
        <p:spPr>
          <a:xfrm xmlns:a="http://schemas.openxmlformats.org/drawingml/2006/main">
            <a:off x="4114800" y="428625"/>
            <a:ext cx="4710303"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49">
                <a:solidFill>
                  <a:schemeClr val="accent6">
                    <a:lumMod val="75000"/>
                  </a:schemeClr>
                </a:solidFill>
                <a:latin typeface="Arial"/>
                <a:ea typeface="Arial"/>
                <a:cs typeface="Arial"/>
              </a:rPr>
              <a:t>AVANCE 03</a:t>
            </a:r>
            <a:r>
              <a:rPr sz="800" spc="149">
                <a:solidFill>
                  <a:schemeClr val="accent6">
                    <a:lumMod val="75000"/>
                  </a:schemeClr>
                </a:solidFill>
                <a:latin typeface="Arial"/>
                <a:ea typeface="Arial"/>
                <a:cs typeface="Arial"/>
              </a:rPr>
              <a:t> · CURSO INTEGRADOR I</a:t>
            </a:r>
            <a:endParaRPr sz="800">
              <a:solidFill>
                <a:schemeClr val="accent6">
                  <a:lumMod val="75000"/>
                </a:schemeClr>
              </a:solidFill>
              <a:latin typeface="Arial"/>
              <a:ea typeface="Arial"/>
              <a:cs typeface="Arial"/>
            </a:endParaRPr>
          </a:p>
        </p:txBody>
      </p:sp>
      <p:sp>
        <p:nvSpPr>
          <p:cNvPr id="8" name="Text 4">
            <a:extLst xmlns:a="http://schemas.openxmlformats.org/drawingml/2006/main">
              <a:ext uri="{FF2B5EF4-FFF2-40B4-BE49-F238E27FC236}">
                <a16:creationId xmlns:a16="http://schemas.microsoft.com/office/drawing/2014/main" id="{EE170841-9615-4F4C-9763-44DDC861C449}"/>
              </a:ext>
            </a:extLst>
          </p:cNvPr>
          <p:cNvSpPr>
            <a:spLocks xmlns:a="http://schemas.openxmlformats.org/drawingml/2006/main" noGrp="1"/>
          </p:cNvSpPr>
          <p:nvPr/>
        </p:nvSpPr>
        <p:spPr>
          <a:xfrm xmlns:a="http://schemas.openxmlformats.org/drawingml/2006/main">
            <a:off x="4114800" y="714375"/>
            <a:ext cx="4600575" cy="8985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3276"/>
              </a:lnSpc>
              <a:buNone/>
            </a:pPr>
            <a:r>
              <a:rPr sz="3150" b="1" spc="-79">
                <a:solidFill>
                  <a:schemeClr val="accent6">
                    <a:lumMod val="75000"/>
                  </a:schemeClr>
                </a:solidFill>
                <a:latin typeface="Arial"/>
                <a:ea typeface="Arial"/>
                <a:cs typeface="Arial"/>
              </a:rPr>
              <a:t>Sistema Hospitalario</a:t>
            </a:r>
            <a:endParaRPr sz="3150">
              <a:solidFill>
                <a:schemeClr val="accent6">
                  <a:lumMod val="75000"/>
                </a:schemeClr>
              </a:solidFill>
              <a:latin typeface="Arial"/>
              <a:ea typeface="Arial"/>
              <a:cs typeface="Arial"/>
            </a:endParaRPr>
          </a:p>
          <a:p xmlns:a="http://schemas.openxmlformats.org/drawingml/2006/main">
            <a:pPr marL="0" indent="0" algn="l">
              <a:lnSpc>
                <a:spcPts val="3276"/>
              </a:lnSpc>
              <a:buNone/>
            </a:pPr>
            <a:r>
              <a:rPr sz="3150" b="1" spc="-79">
                <a:solidFill>
                  <a:schemeClr val="accent6">
                    <a:lumMod val="75000"/>
                  </a:schemeClr>
                </a:solidFill>
                <a:latin typeface="Arial"/>
                <a:ea typeface="Arial"/>
                <a:cs typeface="Arial"/>
              </a:rPr>
              <a:t>de Gestión Integral</a:t>
            </a:r>
            <a:endParaRPr sz="3150">
              <a:solidFill>
                <a:schemeClr val="accent6">
                  <a:lumMod val="75000"/>
                </a:schemeClr>
              </a:solidFill>
              <a:latin typeface="Arial"/>
              <a:ea typeface="Arial"/>
              <a:cs typeface="Arial"/>
            </a:endParaRPr>
          </a:p>
        </p:txBody>
      </p:sp>
      <p:sp>
        <p:nvSpPr>
          <p:cNvPr id="9" name="Text 5">
            <a:extLst xmlns:a="http://schemas.openxmlformats.org/drawingml/2006/main">
              <a:ext uri="{FF2B5EF4-FFF2-40B4-BE49-F238E27FC236}">
                <a16:creationId xmlns:a16="http://schemas.microsoft.com/office/drawing/2014/main" id="{D10EC0ED-3BFE-4DC1-BBF6-11D71262105A}"/>
              </a:ext>
            </a:extLst>
          </p:cNvPr>
          <p:cNvSpPr>
            <a:spLocks xmlns:a="http://schemas.openxmlformats.org/drawingml/2006/main" noGrp="1"/>
          </p:cNvSpPr>
          <p:nvPr/>
        </p:nvSpPr>
        <p:spPr>
          <a:xfrm xmlns:a="http://schemas.openxmlformats.org/drawingml/2006/main">
            <a:off x="4114800" y="1703561"/>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solidFill>
                <a:schemeClr val="accent6">
                  <a:lumMod val="75000"/>
                </a:schemeClr>
              </a:solidFill>
              <a:latin typeface="Arial"/>
              <a:ea typeface="Arial"/>
              <a:cs typeface="Arial"/>
            </a:endParaRPr>
          </a:p>
        </p:txBody>
      </p:sp>
      <p:sp>
        <p:nvSpPr>
          <p:cNvPr id="10" name="Text 6">
            <a:extLst xmlns:a="http://schemas.openxmlformats.org/drawingml/2006/main">
              <a:ext uri="{FF2B5EF4-FFF2-40B4-BE49-F238E27FC236}">
                <a16:creationId xmlns:a16="http://schemas.microsoft.com/office/drawing/2014/main" id="{4EE8A4BD-60DF-4504-87DA-6EA65A2E2DF9}"/>
              </a:ext>
            </a:extLst>
          </p:cNvPr>
          <p:cNvSpPr>
            <a:spLocks xmlns:a="http://schemas.openxmlformats.org/drawingml/2006/main" noGrp="1"/>
          </p:cNvSpPr>
          <p:nvPr/>
        </p:nvSpPr>
        <p:spPr>
          <a:xfrm xmlns:a="http://schemas.openxmlformats.org/drawingml/2006/main">
            <a:off x="4114800" y="1846436"/>
            <a:ext cx="4000500" cy="2125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0"/>
              </a:lnSpc>
              <a:buNone/>
            </a:pPr>
            <a:r>
              <a:rPr sz="1069">
                <a:solidFill>
                  <a:schemeClr val="accent6">
                    <a:lumMod val="75000"/>
                  </a:schemeClr>
                </a:solidFill>
                <a:latin typeface="Arial"/>
                <a:ea typeface="Arial"/>
                <a:cs typeface="Arial"/>
              </a:rPr>
              <a:t>Implementación, seguridad, recursos Java y pruebas</a:t>
            </a:r>
            <a:endParaRPr sz="1069">
              <a:solidFill>
                <a:schemeClr val="accent6">
                  <a:lumMod val="75000"/>
                </a:schemeClr>
              </a:solidFill>
              <a:latin typeface="Arial"/>
              <a:ea typeface="Arial"/>
              <a:cs typeface="Arial"/>
            </a:endParaRPr>
          </a:p>
        </p:txBody>
      </p:sp>
      <p:sp>
        <p:nvSpPr>
          <p:cNvPr id="11" name="Shape 7">
            <a:extLst xmlns:a="http://schemas.openxmlformats.org/drawingml/2006/main">
              <a:ext uri="{FF2B5EF4-FFF2-40B4-BE49-F238E27FC236}">
                <a16:creationId xmlns:a16="http://schemas.microsoft.com/office/drawing/2014/main" id="{F0365C89-A562-4732-9AF1-3BD2FF29A661}"/>
              </a:ext>
            </a:extLst>
          </p:cNvPr>
          <p:cNvSpPr>
            <a:spLocks xmlns:a="http://schemas.openxmlformats.org/drawingml/2006/main" noGrp="1"/>
          </p:cNvSpPr>
          <p:nvPr/>
        </p:nvSpPr>
        <p:spPr>
          <a:xfrm xmlns:a="http://schemas.openxmlformats.org/drawingml/2006/main">
            <a:off x="4005072" y="2411016"/>
            <a:ext cx="4600575"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2" name="Text 8">
            <a:extLst xmlns:a="http://schemas.openxmlformats.org/drawingml/2006/main">
              <a:ext uri="{FF2B5EF4-FFF2-40B4-BE49-F238E27FC236}">
                <a16:creationId xmlns:a16="http://schemas.microsoft.com/office/drawing/2014/main" id="{2570F6A7-927F-429A-A29F-69A44F3BEAFF}"/>
              </a:ext>
            </a:extLst>
          </p:cNvPr>
          <p:cNvSpPr>
            <a:spLocks xmlns:a="http://schemas.openxmlformats.org/drawingml/2006/main" noGrp="1"/>
          </p:cNvSpPr>
          <p:nvPr/>
        </p:nvSpPr>
        <p:spPr>
          <a:xfrm xmlns:a="http://schemas.openxmlformats.org/drawingml/2006/main">
            <a:off x="4005072" y="2586038"/>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a:solidFill>
                  <a:schemeClr val="accent6">
                    <a:lumMod val="75000"/>
                  </a:schemeClr>
                </a:solidFill>
                <a:latin typeface="Arial"/>
                <a:ea typeface="Arial"/>
                <a:cs typeface="Arial"/>
              </a:rPr>
              <a:t>✚</a:t>
            </a:r>
            <a:endParaRPr sz="2000">
              <a:solidFill>
                <a:schemeClr val="accent6">
                  <a:lumMod val="75000"/>
                </a:schemeClr>
              </a:solidFill>
              <a:latin typeface="Arial"/>
              <a:ea typeface="Arial"/>
              <a:cs typeface="Arial"/>
            </a:endParaRPr>
          </a:p>
        </p:txBody>
      </p:sp>
      <p:sp>
        <p:nvSpPr>
          <p:cNvPr id="13" name="Text 9">
            <a:extLst xmlns:a="http://schemas.openxmlformats.org/drawingml/2006/main">
              <a:ext uri="{FF2B5EF4-FFF2-40B4-BE49-F238E27FC236}">
                <a16:creationId xmlns:a16="http://schemas.microsoft.com/office/drawing/2014/main" id="{EA31D68F-244F-4708-8DAD-C29D68DCAA6C}"/>
              </a:ext>
            </a:extLst>
          </p:cNvPr>
          <p:cNvSpPr>
            <a:spLocks xmlns:a="http://schemas.openxmlformats.org/drawingml/2006/main" noGrp="1"/>
          </p:cNvSpPr>
          <p:nvPr/>
        </p:nvSpPr>
        <p:spPr>
          <a:xfrm xmlns:a="http://schemas.openxmlformats.org/drawingml/2006/main">
            <a:off x="4205097" y="2571750"/>
            <a:ext cx="440055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9"/>
              </a:lnSpc>
              <a:buNone/>
            </a:pPr>
            <a:r>
              <a:rPr sz="1200">
                <a:solidFill>
                  <a:schemeClr val="accent6">
                    <a:lumMod val="75000"/>
                  </a:schemeClr>
                </a:solidFill>
                <a:latin typeface="Arial"/>
                <a:ea typeface="Arial"/>
                <a:cs typeface="Arial"/>
              </a:rPr>
              <a:t>Centro de Salud Pública San Rafael · 2026-II</a:t>
            </a:r>
            <a:endParaRPr sz="1200">
              <a:solidFill>
                <a:schemeClr val="accent6">
                  <a:lumMod val="75000"/>
                </a:schemeClr>
              </a:solidFill>
              <a:latin typeface="Arial"/>
              <a:ea typeface="Arial"/>
              <a:cs typeface="Arial"/>
            </a:endParaRPr>
          </a:p>
        </p:txBody>
      </p:sp>
      <p:sp>
        <p:nvSpPr>
          <p:cNvPr id="14" name="Text 10">
            <a:extLst xmlns:a="http://schemas.openxmlformats.org/drawingml/2006/main">
              <a:ext uri="{FF2B5EF4-FFF2-40B4-BE49-F238E27FC236}">
                <a16:creationId xmlns:a16="http://schemas.microsoft.com/office/drawing/2014/main" id="{57A50ACB-4428-4256-82B1-BC0953A7165A}"/>
              </a:ext>
            </a:extLst>
          </p:cNvPr>
          <p:cNvSpPr>
            <a:spLocks xmlns:a="http://schemas.openxmlformats.org/drawingml/2006/main" noGrp="1"/>
          </p:cNvSpPr>
          <p:nvPr/>
        </p:nvSpPr>
        <p:spPr>
          <a:xfrm xmlns:a="http://schemas.openxmlformats.org/drawingml/2006/main">
            <a:off x="4005072" y="2802136"/>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a:solidFill>
                  <a:schemeClr val="accent6">
                    <a:lumMod val="75000"/>
                  </a:schemeClr>
                </a:solidFill>
                <a:latin typeface="Arial"/>
                <a:ea typeface="Arial"/>
                <a:cs typeface="Arial"/>
              </a:rPr>
              <a:t>▿</a:t>
            </a:r>
            <a:endParaRPr sz="2000">
              <a:solidFill>
                <a:schemeClr val="accent6">
                  <a:lumMod val="75000"/>
                </a:schemeClr>
              </a:solidFill>
              <a:latin typeface="Arial"/>
              <a:ea typeface="Arial"/>
              <a:cs typeface="Arial"/>
            </a:endParaRPr>
          </a:p>
        </p:txBody>
      </p:sp>
      <p:sp>
        <p:nvSpPr>
          <p:cNvPr id="15" name="Text 11">
            <a:extLst xmlns:a="http://schemas.openxmlformats.org/drawingml/2006/main">
              <a:ext uri="{FF2B5EF4-FFF2-40B4-BE49-F238E27FC236}">
                <a16:creationId xmlns:a16="http://schemas.microsoft.com/office/drawing/2014/main" id="{514D9C89-554F-42DE-BEF3-4348025F882D}"/>
              </a:ext>
            </a:extLst>
          </p:cNvPr>
          <p:cNvSpPr>
            <a:spLocks xmlns:a="http://schemas.openxmlformats.org/drawingml/2006/main" noGrp="1"/>
          </p:cNvSpPr>
          <p:nvPr/>
        </p:nvSpPr>
        <p:spPr>
          <a:xfrm xmlns:a="http://schemas.openxmlformats.org/drawingml/2006/main">
            <a:off x="4205097" y="2787849"/>
            <a:ext cx="440055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9"/>
              </a:lnSpc>
              <a:buNone/>
            </a:pPr>
            <a:r>
              <a:rPr sz="1200">
                <a:solidFill>
                  <a:schemeClr val="accent6">
                    <a:lumMod val="75000"/>
                  </a:schemeClr>
                </a:solidFill>
                <a:latin typeface="Arial"/>
                <a:ea typeface="Arial"/>
                <a:cs typeface="Arial"/>
              </a:rPr>
              <a:t>Docente: Renato David Castillo Galdo</a:t>
            </a:r>
            <a:endParaRPr sz="1200">
              <a:solidFill>
                <a:schemeClr val="accent6">
                  <a:lumMod val="75000"/>
                </a:schemeClr>
              </a:solidFill>
              <a:latin typeface="Arial"/>
              <a:ea typeface="Arial"/>
              <a:cs typeface="Arial"/>
            </a:endParaRPr>
          </a:p>
        </p:txBody>
      </p:sp>
      <p:sp>
        <p:nvSpPr>
          <p:cNvPr id="16" name="Text 12">
            <a:extLst xmlns:a="http://schemas.openxmlformats.org/drawingml/2006/main">
              <a:ext uri="{FF2B5EF4-FFF2-40B4-BE49-F238E27FC236}">
                <a16:creationId xmlns:a16="http://schemas.microsoft.com/office/drawing/2014/main" id="{F5FAA64A-D7CB-4104-9C93-550417902E3B}"/>
              </a:ext>
            </a:extLst>
          </p:cNvPr>
          <p:cNvSpPr>
            <a:spLocks xmlns:a="http://schemas.openxmlformats.org/drawingml/2006/main" noGrp="1"/>
          </p:cNvSpPr>
          <p:nvPr/>
        </p:nvSpPr>
        <p:spPr>
          <a:xfrm xmlns:a="http://schemas.openxmlformats.org/drawingml/2006/main">
            <a:off x="4005072" y="3018235"/>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a:solidFill>
                  <a:schemeClr val="accent6">
                    <a:lumMod val="75000"/>
                  </a:schemeClr>
                </a:solidFill>
                <a:latin typeface="Arial"/>
                <a:ea typeface="Arial"/>
                <a:cs typeface="Arial"/>
              </a:rPr>
              <a:t>♟</a:t>
            </a:r>
            <a:endParaRPr sz="2000">
              <a:solidFill>
                <a:schemeClr val="accent6">
                  <a:lumMod val="75000"/>
                </a:schemeClr>
              </a:solidFill>
              <a:latin typeface="Arial"/>
              <a:ea typeface="Arial"/>
              <a:cs typeface="Arial"/>
            </a:endParaRPr>
          </a:p>
        </p:txBody>
      </p:sp>
      <p:sp>
        <p:nvSpPr>
          <p:cNvPr id="17" name="Text 13">
            <a:extLst xmlns:a="http://schemas.openxmlformats.org/drawingml/2006/main">
              <a:ext uri="{FF2B5EF4-FFF2-40B4-BE49-F238E27FC236}">
                <a16:creationId xmlns:a16="http://schemas.microsoft.com/office/drawing/2014/main" id="{A099CC6E-4D6B-45E8-8E26-F236A05E6740}"/>
              </a:ext>
            </a:extLst>
          </p:cNvPr>
          <p:cNvSpPr>
            <a:spLocks xmlns:a="http://schemas.openxmlformats.org/drawingml/2006/main" noGrp="1"/>
          </p:cNvSpPr>
          <p:nvPr/>
        </p:nvSpPr>
        <p:spPr>
          <a:xfrm xmlns:a="http://schemas.openxmlformats.org/drawingml/2006/main">
            <a:off x="4205097" y="3003946"/>
            <a:ext cx="4400550" cy="3414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1100" spc="7">
                <a:solidFill>
                  <a:schemeClr val="accent6">
                    <a:lumMod val="75000"/>
                  </a:schemeClr>
                </a:solidFill>
                <a:latin typeface="Arial"/>
                <a:ea typeface="Arial"/>
                <a:cs typeface="Arial"/>
              </a:rPr>
              <a:t>Equipo (5): Carlos Medrano · Harold Cajavilca · Miguel Chávez · Walter Rentería · Silvana Rosas</a:t>
            </a:r>
            <a:endParaRPr sz="1100">
              <a:solidFill>
                <a:schemeClr val="accent6">
                  <a:lumMod val="75000"/>
                </a:schemeClr>
              </a:solidFill>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DD18E04A-52A1-4B26-9FBA-EFBEC3932A9E}"/>
              </a:ext>
            </a:extLst>
          </p:cNvPr>
          <p:cNvSpPr>
            <a:spLocks xmlns:a="http://schemas.openxmlformats.org/drawingml/2006/main" noGrp="1"/>
          </p:cNvSpPr>
          <p:nvPr/>
        </p:nvSpPr>
        <p:spPr>
          <a:xfrm xmlns:a="http://schemas.openxmlformats.org/drawingml/2006/main">
            <a:off x="200025" y="227707"/>
            <a:ext cx="57150" cy="57150"/>
          </a:xfrm>
          <a:prstGeom xmlns:a="http://schemas.openxmlformats.org/drawingml/2006/main" prst="ellipse">
            <a:avLst/>
          </a:prstGeom>
          <a:solidFill xmlns:a="http://schemas.openxmlformats.org/drawingml/2006/main">
            <a:srgbClr val="06B6D4"/>
          </a:solidFill>
          <a:effectLst xmlns:a="http://schemas.openxmlformats.org/drawingml/2006/main">
            <a:outerShdw blurRad="114300" dist="50800" dir="16200000" algn="bl" rotWithShape="0">
              <a:srgbClr val="06B6D4">
                <a:alpha val="7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5">
            <a:extLst xmlns:a="http://schemas.openxmlformats.org/drawingml/2006/main">
              <a:ext uri="{FF2B5EF4-FFF2-40B4-BE49-F238E27FC236}">
                <a16:creationId xmlns:a16="http://schemas.microsoft.com/office/drawing/2014/main" id="{E1F92C21-76D7-4AE3-9D25-3B77C0A51C8E}"/>
              </a:ext>
            </a:extLst>
          </p:cNvPr>
          <p:cNvSpPr>
            <a:spLocks xmlns:a="http://schemas.openxmlformats.org/drawingml/2006/main" noGrp="1"/>
          </p:cNvSpPr>
          <p:nvPr/>
        </p:nvSpPr>
        <p:spPr>
          <a:xfrm xmlns:a="http://schemas.openxmlformats.org/drawingml/2006/main">
            <a:off x="328613" y="200025"/>
            <a:ext cx="1435204"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886"/>
              </a:lnSpc>
              <a:buNone/>
            </a:pPr>
            <a:r>
              <a:rPr sz="600" spc="106">
                <a:solidFill>
                  <a:srgbClr val="38BDF8"/>
                </a:solidFill>
                <a:latin typeface="Courier New"/>
                <a:ea typeface="Courier New"/>
                <a:cs typeface="Courier New"/>
              </a:rPr>
              <a:t>SISTEMA · SALUD PÚBLICA</a:t>
            </a:r>
            <a:endParaRPr sz="600"/>
          </a:p>
        </p:txBody>
      </p:sp>
      <p:sp>
        <p:nvSpPr>
          <p:cNvPr id="20" name="Text 16">
            <a:extLst xmlns:a="http://schemas.openxmlformats.org/drawingml/2006/main">
              <a:ext uri="{FF2B5EF4-FFF2-40B4-BE49-F238E27FC236}">
                <a16:creationId xmlns:a16="http://schemas.microsoft.com/office/drawing/2014/main" id="{1744D607-2842-4367-BE20-BB9BB42FD779}"/>
              </a:ext>
            </a:extLst>
          </p:cNvPr>
          <p:cNvSpPr>
            <a:spLocks xmlns:a="http://schemas.openxmlformats.org/drawingml/2006/main" noGrp="1"/>
          </p:cNvSpPr>
          <p:nvPr/>
        </p:nvSpPr>
        <p:spPr>
          <a:xfrm xmlns:a="http://schemas.openxmlformats.org/drawingml/2006/main">
            <a:off x="200025" y="4674915"/>
            <a:ext cx="3086100" cy="294649"/>
          </a:xfrm>
          <a:prstGeom xmlns:a="http://schemas.openxmlformats.org/drawingml/2006/main" prst="rect">
            <a:avLst/>
          </a:prstGeom>
          <a:noFill xmlns:a="http://schemas.openxmlformats.org/drawingml/2006/main"/>
        </p:spPr>
        <p:txBody>
          <a:bodyPr xmlns:a="http://schemas.openxmlformats.org/drawingml/2006/main" wrap="square" lIns="85725" tIns="0" rIns="0" bIns="0" anchor="t"/>
          <a:lstStyle xmlns:a="http://schemas.openxmlformats.org/drawingml/2006/main"/>
          <a:p xmlns:a="http://schemas.openxmlformats.org/drawingml/2006/main">
            <a:pPr marL="0" indent="0" algn="l">
              <a:lnSpc>
                <a:spcPts val="1103"/>
              </a:lnSpc>
              <a:buNone/>
            </a:pPr>
            <a:r>
              <a:rPr sz="800" spc="68">
                <a:solidFill>
                  <a:srgbClr val="94A3B8"/>
                </a:solidFill>
                <a:latin typeface="Courier New"/>
                <a:ea typeface="Courier New"/>
                <a:cs typeface="Courier New"/>
              </a:rPr>
              <a:t>CASO DE ESTUDIO</a:t>
            </a:r>
            <a:endParaRPr sz="800"/>
          </a:p>
          <a:p xmlns:a="http://schemas.openxmlformats.org/drawingml/2006/main">
            <a:pPr marL="0" indent="0" algn="l">
              <a:lnSpc>
                <a:spcPts val="1103"/>
              </a:lnSpc>
              <a:buNone/>
            </a:pPr>
            <a:r>
              <a:rPr sz="800" spc="8">
                <a:solidFill>
                  <a:srgbClr val="CBD5E1"/>
                </a:solidFill>
                <a:latin typeface="Carlito"/>
                <a:ea typeface="Carlito"/>
                <a:cs typeface="Carlito"/>
              </a:rPr>
              <a:t>Centro de Salud Pública San Rafael</a:t>
            </a:r>
            <a:endParaRPr sz="800"/>
          </a:p>
        </p:txBody>
      </p:sp>
      <p:sp>
        <p:nvSpPr>
          <p:cNvPr id="29" name="Text 25">
            <a:extLst xmlns:a="http://schemas.openxmlformats.org/drawingml/2006/main">
              <a:ext uri="{FF2B5EF4-FFF2-40B4-BE49-F238E27FC236}">
                <a16:creationId xmlns:a16="http://schemas.microsoft.com/office/drawing/2014/main" id="{5198BD17-42FE-4615-B027-5A2703B83041}"/>
              </a:ext>
            </a:extLst>
          </p:cNvPr>
          <p:cNvSpPr>
            <a:spLocks xmlns:a="http://schemas.openxmlformats.org/drawingml/2006/main" noGrp="1"/>
          </p:cNvSpPr>
          <p:nvPr/>
        </p:nvSpPr>
        <p:spPr>
          <a:xfrm xmlns:a="http://schemas.openxmlformats.org/drawingml/2006/main">
            <a:off x="7927326" y="3243263"/>
            <a:ext cx="28575"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3600">
              <a:solidFill>
                <a:schemeClr val="accent6">
                  <a:lumMod val="75000"/>
                </a:schemeClr>
              </a:solidFill>
              <a:latin typeface="Arial"/>
              <a:ea typeface="Arial"/>
              <a:cs typeface="Arial"/>
            </a:endParaRPr>
          </a:p>
        </p:txBody>
      </p:sp>
    </p:spTree>
    <p:extLst>
      <p:ext uri="{BB962C8B-B14F-4D97-AF65-F5344CB8AC3E}">
        <p14:creationId xmlns:p14="http://schemas.microsoft.com/office/powerpoint/2010/main" val="63038833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ext 2">
            <a:extLst xmlns:a="http://schemas.openxmlformats.org/drawingml/2006/main">
              <a:ext uri="{FF2B5EF4-FFF2-40B4-BE49-F238E27FC236}">
                <a16:creationId xmlns:a16="http://schemas.microsoft.com/office/drawing/2014/main" id="{6505C049-D991-473D-AF2C-BF5BD527A234}"/>
              </a:ext>
            </a:extLst>
          </p:cNvPr>
          <p:cNvSpPr>
            <a:spLocks xmlns:a="http://schemas.openxmlformats.org/drawingml/2006/main" noGrp="1"/>
          </p:cNvSpPr>
          <p:nvPr/>
        </p:nvSpPr>
        <p:spPr>
          <a:xfrm xmlns:a="http://schemas.openxmlformats.org/drawingml/2006/main">
            <a:off x="400050" y="342900"/>
            <a:ext cx="8636000" cy="13866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70"/>
              </a:lnSpc>
              <a:buNone/>
            </a:pPr>
            <a:r>
              <a:rPr sz="1000" spc="129">
                <a:latin typeface="Arial"/>
                <a:ea typeface="Arial"/>
                <a:cs typeface="Arial"/>
              </a:rPr>
              <a:t>AGENDA</a:t>
            </a:r>
            <a:endParaRPr sz="1000">
              <a:latin typeface="Arial"/>
              <a:ea typeface="Arial"/>
              <a:cs typeface="Arial"/>
            </a:endParaRPr>
          </a:p>
        </p:txBody>
      </p:sp>
      <p:sp>
        <p:nvSpPr>
          <p:cNvPr id="7" name="Text 3">
            <a:extLst xmlns:a="http://schemas.openxmlformats.org/drawingml/2006/main">
              <a:ext uri="{FF2B5EF4-FFF2-40B4-BE49-F238E27FC236}">
                <a16:creationId xmlns:a16="http://schemas.microsoft.com/office/drawing/2014/main" id="{D02995A0-0702-44CF-A540-8797B93F1516}"/>
              </a:ext>
            </a:extLst>
          </p:cNvPr>
          <p:cNvSpPr>
            <a:spLocks xmlns:a="http://schemas.openxmlformats.org/drawingml/2006/main" noGrp="1"/>
          </p:cNvSpPr>
          <p:nvPr/>
        </p:nvSpPr>
        <p:spPr>
          <a:xfrm xmlns:a="http://schemas.openxmlformats.org/drawingml/2006/main">
            <a:off x="400050" y="508992"/>
            <a:ext cx="8636000" cy="3394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5"/>
              </a:lnSpc>
              <a:buNone/>
            </a:pPr>
            <a:r>
              <a:rPr sz="1000" b="1" spc="-34">
                <a:latin typeface="Arial"/>
                <a:ea typeface="Arial"/>
                <a:cs typeface="Arial"/>
              </a:rPr>
              <a:t>Recorrido de la sustentación</a:t>
            </a:r>
            <a:endParaRPr sz="1000">
              <a:latin typeface="Arial"/>
              <a:ea typeface="Arial"/>
              <a:cs typeface="Arial"/>
            </a:endParaRPr>
          </a:p>
        </p:txBody>
      </p:sp>
      <p:sp>
        <p:nvSpPr>
          <p:cNvPr id="8" name="Text 4">
            <a:extLst xmlns:a="http://schemas.openxmlformats.org/drawingml/2006/main">
              <a:ext uri="{FF2B5EF4-FFF2-40B4-BE49-F238E27FC236}">
                <a16:creationId xmlns:a16="http://schemas.microsoft.com/office/drawing/2014/main" id="{AA774DE9-24BC-4797-9E54-67124F7E20C8}"/>
              </a:ext>
            </a:extLst>
          </p:cNvPr>
          <p:cNvSpPr>
            <a:spLocks xmlns:a="http://schemas.openxmlformats.org/drawingml/2006/main" noGrp="1"/>
          </p:cNvSpPr>
          <p:nvPr/>
        </p:nvSpPr>
        <p:spPr>
          <a:xfrm xmlns:a="http://schemas.openxmlformats.org/drawingml/2006/main">
            <a:off x="400050" y="894755"/>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10" name="Text 6">
            <a:extLst xmlns:a="http://schemas.openxmlformats.org/drawingml/2006/main">
              <a:ext uri="{FF2B5EF4-FFF2-40B4-BE49-F238E27FC236}">
                <a16:creationId xmlns:a16="http://schemas.microsoft.com/office/drawing/2014/main" id="{6429E57A-DD67-4C27-B85B-F5B17A9E2F22}"/>
              </a:ext>
            </a:extLst>
          </p:cNvPr>
          <p:cNvSpPr>
            <a:spLocks xmlns:a="http://schemas.openxmlformats.org/drawingml/2006/main" noGrp="1"/>
          </p:cNvSpPr>
          <p:nvPr/>
        </p:nvSpPr>
        <p:spPr>
          <a:xfrm xmlns:a="http://schemas.openxmlformats.org/drawingml/2006/main">
            <a:off x="507206" y="1237655"/>
            <a:ext cx="594360" cy="23145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688"/>
              </a:lnSpc>
              <a:buNone/>
            </a:pPr>
            <a:r>
              <a:rPr sz="1000" b="1" spc="-34">
                <a:latin typeface="Arial"/>
                <a:ea typeface="Arial"/>
                <a:cs typeface="Arial"/>
              </a:rPr>
              <a:t>01</a:t>
            </a:r>
            <a:endParaRPr sz="1000">
              <a:latin typeface="Arial"/>
              <a:ea typeface="Arial"/>
              <a:cs typeface="Arial"/>
            </a:endParaRPr>
          </a:p>
        </p:txBody>
      </p:sp>
      <p:sp>
        <p:nvSpPr>
          <p:cNvPr id="11" name="Text 7">
            <a:extLst xmlns:a="http://schemas.openxmlformats.org/drawingml/2006/main">
              <a:ext uri="{FF2B5EF4-FFF2-40B4-BE49-F238E27FC236}">
                <a16:creationId xmlns:a16="http://schemas.microsoft.com/office/drawing/2014/main" id="{94C71105-0982-4E35-BB3E-FF7193B83DDC}"/>
              </a:ext>
            </a:extLst>
          </p:cNvPr>
          <p:cNvSpPr>
            <a:spLocks xmlns:a="http://schemas.openxmlformats.org/drawingml/2006/main" noGrp="1"/>
          </p:cNvSpPr>
          <p:nvPr/>
        </p:nvSpPr>
        <p:spPr>
          <a:xfrm xmlns:a="http://schemas.openxmlformats.org/drawingml/2006/main">
            <a:off x="1078706" y="1144786"/>
            <a:ext cx="28575" cy="400050"/>
          </a:xfrm>
          <a:prstGeom xmlns:a="http://schemas.openxmlformats.org/drawingml/2006/main" prst="roundRect">
            <a:avLst>
              <a:gd name="adj" fmla="val 66667"/>
            </a:avLst>
          </a:prstGeom>
          <a:solidFill xmlns:a="http://schemas.openxmlformats.org/drawingml/2006/main">
            <a:srgbClr val="06B6D4"/>
          </a:solidFill>
          <a:effectLst xmlns:a="http://schemas.openxmlformats.org/drawingml/2006/main">
            <a:outerShdw blurRad="114300" dist="50800" dir="16200000" algn="bl" rotWithShape="0">
              <a:srgbClr val="06B6D4">
                <a:alpha val="5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12" name="Text 8">
            <a:extLst xmlns:a="http://schemas.openxmlformats.org/drawingml/2006/main">
              <a:ext uri="{FF2B5EF4-FFF2-40B4-BE49-F238E27FC236}">
                <a16:creationId xmlns:a16="http://schemas.microsoft.com/office/drawing/2014/main" id="{53F710E2-D462-4749-B529-F367A9DD1AF4}"/>
              </a:ext>
            </a:extLst>
          </p:cNvPr>
          <p:cNvSpPr>
            <a:spLocks xmlns:a="http://schemas.openxmlformats.org/drawingml/2006/main" noGrp="1"/>
          </p:cNvSpPr>
          <p:nvPr/>
        </p:nvSpPr>
        <p:spPr>
          <a:xfrm xmlns:a="http://schemas.openxmlformats.org/drawingml/2006/main">
            <a:off x="1221581" y="1204950"/>
            <a:ext cx="4166235" cy="1396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8"/>
              </a:lnSpc>
              <a:buNone/>
            </a:pPr>
            <a:r>
              <a:rPr sz="1000" b="1" spc="-5">
                <a:latin typeface="Arial"/>
                <a:ea typeface="Arial"/>
                <a:cs typeface="Arial"/>
              </a:rPr>
              <a:t>Proceso y diseño de la solución</a:t>
            </a:r>
            <a:endParaRPr sz="1000">
              <a:latin typeface="Arial"/>
              <a:ea typeface="Arial"/>
              <a:cs typeface="Arial"/>
            </a:endParaRPr>
          </a:p>
        </p:txBody>
      </p:sp>
      <p:sp>
        <p:nvSpPr>
          <p:cNvPr id="13" name="Text 9">
            <a:extLst xmlns:a="http://schemas.openxmlformats.org/drawingml/2006/main">
              <a:ext uri="{FF2B5EF4-FFF2-40B4-BE49-F238E27FC236}">
                <a16:creationId xmlns:a16="http://schemas.microsoft.com/office/drawing/2014/main" id="{C46B1206-6970-4FB1-AC45-EEB790A5B070}"/>
              </a:ext>
            </a:extLst>
          </p:cNvPr>
          <p:cNvSpPr>
            <a:spLocks xmlns:a="http://schemas.openxmlformats.org/drawingml/2006/main" noGrp="1"/>
          </p:cNvSpPr>
          <p:nvPr/>
        </p:nvSpPr>
        <p:spPr>
          <a:xfrm xmlns:a="http://schemas.openxmlformats.org/drawingml/2006/main">
            <a:off x="1221581" y="1372046"/>
            <a:ext cx="416623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86"/>
              </a:lnSpc>
              <a:buNone/>
            </a:pPr>
            <a:r>
              <a:rPr sz="1000" spc="30">
                <a:latin typeface="Arial"/>
                <a:ea typeface="Arial"/>
                <a:cs typeface="Arial"/>
              </a:rPr>
              <a:t>BLOQUE 1/5 · </a:t>
            </a:r>
            <a:r>
              <a:rPr sz="1000" spc="30">
                <a:latin typeface="Arial"/>
                <a:ea typeface="Arial"/>
                <a:cs typeface="Arial"/>
              </a:rPr>
              <a:t>Carlos Medrano</a:t>
            </a:r>
            <a:endParaRPr sz="1000">
              <a:latin typeface="Arial"/>
              <a:ea typeface="Arial"/>
              <a:cs typeface="Arial"/>
            </a:endParaRPr>
          </a:p>
        </p:txBody>
      </p:sp>
      <p:sp>
        <p:nvSpPr>
          <p:cNvPr id="17" name="Text 13">
            <a:extLst xmlns:a="http://schemas.openxmlformats.org/drawingml/2006/main">
              <a:ext uri="{FF2B5EF4-FFF2-40B4-BE49-F238E27FC236}">
                <a16:creationId xmlns:a16="http://schemas.microsoft.com/office/drawing/2014/main" id="{FCDF55EA-3322-40EF-9AEF-EC75BF2A208F}"/>
              </a:ext>
            </a:extLst>
          </p:cNvPr>
          <p:cNvSpPr>
            <a:spLocks xmlns:a="http://schemas.openxmlformats.org/drawingml/2006/main" noGrp="1"/>
          </p:cNvSpPr>
          <p:nvPr/>
        </p:nvSpPr>
        <p:spPr>
          <a:xfrm xmlns:a="http://schemas.openxmlformats.org/drawingml/2006/main">
            <a:off x="507206" y="1894880"/>
            <a:ext cx="594360" cy="23145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688"/>
              </a:lnSpc>
              <a:buNone/>
            </a:pPr>
            <a:r>
              <a:rPr sz="1000" b="1" spc="-34">
                <a:latin typeface="Arial"/>
                <a:ea typeface="Arial"/>
                <a:cs typeface="Arial"/>
              </a:rPr>
              <a:t>02</a:t>
            </a:r>
            <a:endParaRPr sz="1000">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2C9C80B9-CEF5-4897-AAA4-79CED8F09731}"/>
              </a:ext>
            </a:extLst>
          </p:cNvPr>
          <p:cNvSpPr>
            <a:spLocks xmlns:a="http://schemas.openxmlformats.org/drawingml/2006/main" noGrp="1"/>
          </p:cNvSpPr>
          <p:nvPr/>
        </p:nvSpPr>
        <p:spPr>
          <a:xfrm xmlns:a="http://schemas.openxmlformats.org/drawingml/2006/main">
            <a:off x="1078706" y="1802011"/>
            <a:ext cx="28575" cy="400050"/>
          </a:xfrm>
          <a:prstGeom xmlns:a="http://schemas.openxmlformats.org/drawingml/2006/main" prst="roundRect">
            <a:avLst>
              <a:gd name="adj" fmla="val 66667"/>
            </a:avLst>
          </a:prstGeom>
          <a:solidFill xmlns:a="http://schemas.openxmlformats.org/drawingml/2006/main">
            <a:srgbClr val="38BDF8"/>
          </a:solidFill>
          <a:effectLst xmlns:a="http://schemas.openxmlformats.org/drawingml/2006/main">
            <a:outerShdw blurRad="114300" dist="50800" dir="16200000" algn="bl" rotWithShape="0">
              <a:srgbClr val="38BDF8">
                <a:alpha val="5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19" name="Text 15">
            <a:extLst xmlns:a="http://schemas.openxmlformats.org/drawingml/2006/main">
              <a:ext uri="{FF2B5EF4-FFF2-40B4-BE49-F238E27FC236}">
                <a16:creationId xmlns:a16="http://schemas.microsoft.com/office/drawing/2014/main" id="{DBF47E7E-355F-48CC-AC1F-885D14896EA7}"/>
              </a:ext>
            </a:extLst>
          </p:cNvPr>
          <p:cNvSpPr>
            <a:spLocks xmlns:a="http://schemas.openxmlformats.org/drawingml/2006/main" noGrp="1"/>
          </p:cNvSpPr>
          <p:nvPr/>
        </p:nvSpPr>
        <p:spPr>
          <a:xfrm xmlns:a="http://schemas.openxmlformats.org/drawingml/2006/main">
            <a:off x="1221581" y="1862175"/>
            <a:ext cx="4166235" cy="1396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8"/>
              </a:lnSpc>
              <a:buNone/>
            </a:pPr>
            <a:r>
              <a:rPr sz="1000" b="1" spc="-5">
                <a:latin typeface="Arial"/>
                <a:ea typeface="Arial"/>
                <a:cs typeface="Arial"/>
              </a:rPr>
              <a:t>Datos y decisiones de arquitectura</a:t>
            </a:r>
            <a:endParaRPr sz="1000">
              <a:latin typeface="Arial"/>
              <a:ea typeface="Arial"/>
              <a:cs typeface="Arial"/>
            </a:endParaRPr>
          </a:p>
        </p:txBody>
      </p:sp>
      <p:sp>
        <p:nvSpPr>
          <p:cNvPr id="20" name="Text 16">
            <a:extLst xmlns:a="http://schemas.openxmlformats.org/drawingml/2006/main">
              <a:ext uri="{FF2B5EF4-FFF2-40B4-BE49-F238E27FC236}">
                <a16:creationId xmlns:a16="http://schemas.microsoft.com/office/drawing/2014/main" id="{A437C519-1485-4733-AD7A-9C51283DCA42}"/>
              </a:ext>
            </a:extLst>
          </p:cNvPr>
          <p:cNvSpPr>
            <a:spLocks xmlns:a="http://schemas.openxmlformats.org/drawingml/2006/main" noGrp="1"/>
          </p:cNvSpPr>
          <p:nvPr/>
        </p:nvSpPr>
        <p:spPr>
          <a:xfrm xmlns:a="http://schemas.openxmlformats.org/drawingml/2006/main">
            <a:off x="1221581" y="2029271"/>
            <a:ext cx="416623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86"/>
              </a:lnSpc>
              <a:buNone/>
            </a:pPr>
            <a:r>
              <a:rPr sz="1000" spc="30">
                <a:latin typeface="Arial"/>
                <a:ea typeface="Arial"/>
                <a:cs typeface="Arial"/>
              </a:rPr>
              <a:t>BLOQUE 2/5 · </a:t>
            </a:r>
            <a:r>
              <a:rPr sz="1000" spc="30">
                <a:latin typeface="Arial"/>
                <a:ea typeface="Arial"/>
                <a:cs typeface="Arial"/>
              </a:rPr>
              <a:t>Harold Cajavilca</a:t>
            </a:r>
            <a:endParaRPr sz="1000">
              <a:latin typeface="Arial"/>
              <a:ea typeface="Arial"/>
              <a:cs typeface="Arial"/>
            </a:endParaRPr>
          </a:p>
        </p:txBody>
      </p:sp>
      <p:sp>
        <p:nvSpPr>
          <p:cNvPr id="24" name="Text 20">
            <a:extLst xmlns:a="http://schemas.openxmlformats.org/drawingml/2006/main">
              <a:ext uri="{FF2B5EF4-FFF2-40B4-BE49-F238E27FC236}">
                <a16:creationId xmlns:a16="http://schemas.microsoft.com/office/drawing/2014/main" id="{E4BE1BF1-AA5C-4705-902B-EBB2206E0874}"/>
              </a:ext>
            </a:extLst>
          </p:cNvPr>
          <p:cNvSpPr>
            <a:spLocks xmlns:a="http://schemas.openxmlformats.org/drawingml/2006/main" noGrp="1"/>
          </p:cNvSpPr>
          <p:nvPr/>
        </p:nvSpPr>
        <p:spPr>
          <a:xfrm xmlns:a="http://schemas.openxmlformats.org/drawingml/2006/main">
            <a:off x="507206" y="2552105"/>
            <a:ext cx="594360" cy="23145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688"/>
              </a:lnSpc>
              <a:buNone/>
            </a:pPr>
            <a:r>
              <a:rPr sz="1000" b="1" spc="-34">
                <a:latin typeface="Arial"/>
                <a:ea typeface="Arial"/>
                <a:cs typeface="Arial"/>
              </a:rPr>
              <a:t>03</a:t>
            </a:r>
            <a:endParaRPr sz="1000">
              <a:latin typeface="Arial"/>
              <a:ea typeface="Arial"/>
              <a:cs typeface="Arial"/>
            </a:endParaRPr>
          </a:p>
        </p:txBody>
      </p:sp>
      <p:sp>
        <p:nvSpPr>
          <p:cNvPr id="25" name="Text 21">
            <a:extLst xmlns:a="http://schemas.openxmlformats.org/drawingml/2006/main">
              <a:ext uri="{FF2B5EF4-FFF2-40B4-BE49-F238E27FC236}">
                <a16:creationId xmlns:a16="http://schemas.microsoft.com/office/drawing/2014/main" id="{5DE7CA7F-0D51-437C-9DBF-3F12B6F269E9}"/>
              </a:ext>
            </a:extLst>
          </p:cNvPr>
          <p:cNvSpPr>
            <a:spLocks xmlns:a="http://schemas.openxmlformats.org/drawingml/2006/main" noGrp="1"/>
          </p:cNvSpPr>
          <p:nvPr/>
        </p:nvSpPr>
        <p:spPr>
          <a:xfrm xmlns:a="http://schemas.openxmlformats.org/drawingml/2006/main">
            <a:off x="1078706" y="2459236"/>
            <a:ext cx="28575" cy="400050"/>
          </a:xfrm>
          <a:prstGeom xmlns:a="http://schemas.openxmlformats.org/drawingml/2006/main" prst="roundRect">
            <a:avLst>
              <a:gd name="adj" fmla="val 66667"/>
            </a:avLst>
          </a:prstGeom>
          <a:solidFill xmlns:a="http://schemas.openxmlformats.org/drawingml/2006/main">
            <a:srgbClr val="14B8A6"/>
          </a:solidFill>
          <a:effectLst xmlns:a="http://schemas.openxmlformats.org/drawingml/2006/main">
            <a:outerShdw blurRad="114300" dist="50800" dir="16200000" algn="bl" rotWithShape="0">
              <a:srgbClr val="14B8A6">
                <a:alpha val="5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26" name="Text 22">
            <a:extLst xmlns:a="http://schemas.openxmlformats.org/drawingml/2006/main">
              <a:ext uri="{FF2B5EF4-FFF2-40B4-BE49-F238E27FC236}">
                <a16:creationId xmlns:a16="http://schemas.microsoft.com/office/drawing/2014/main" id="{A44F892C-AB16-4928-B545-8C1042EE6D1F}"/>
              </a:ext>
            </a:extLst>
          </p:cNvPr>
          <p:cNvSpPr>
            <a:spLocks xmlns:a="http://schemas.openxmlformats.org/drawingml/2006/main" noGrp="1"/>
          </p:cNvSpPr>
          <p:nvPr/>
        </p:nvSpPr>
        <p:spPr>
          <a:xfrm xmlns:a="http://schemas.openxmlformats.org/drawingml/2006/main">
            <a:off x="1221581" y="2519400"/>
            <a:ext cx="4166235" cy="1396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8"/>
              </a:lnSpc>
              <a:buNone/>
            </a:pPr>
            <a:r>
              <a:rPr sz="1000" b="1" spc="-5">
                <a:latin typeface="Arial"/>
                <a:ea typeface="Arial"/>
                <a:cs typeface="Arial"/>
              </a:rPr>
              <a:t>MVC, DAO, SOLID y recursos Java</a:t>
            </a:r>
            <a:endParaRPr sz="1000">
              <a:latin typeface="Arial"/>
              <a:ea typeface="Arial"/>
              <a:cs typeface="Arial"/>
            </a:endParaRPr>
          </a:p>
        </p:txBody>
      </p:sp>
      <p:sp>
        <p:nvSpPr>
          <p:cNvPr id="27" name="Text 23">
            <a:extLst xmlns:a="http://schemas.openxmlformats.org/drawingml/2006/main">
              <a:ext uri="{FF2B5EF4-FFF2-40B4-BE49-F238E27FC236}">
                <a16:creationId xmlns:a16="http://schemas.microsoft.com/office/drawing/2014/main" id="{02505DF5-BBEA-4184-A264-2E86BCADC99B}"/>
              </a:ext>
            </a:extLst>
          </p:cNvPr>
          <p:cNvSpPr>
            <a:spLocks xmlns:a="http://schemas.openxmlformats.org/drawingml/2006/main" noGrp="1"/>
          </p:cNvSpPr>
          <p:nvPr/>
        </p:nvSpPr>
        <p:spPr>
          <a:xfrm xmlns:a="http://schemas.openxmlformats.org/drawingml/2006/main">
            <a:off x="1221581" y="2686496"/>
            <a:ext cx="4243388"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886"/>
              </a:lnSpc>
              <a:buNone/>
            </a:pPr>
            <a:r>
              <a:rPr sz="1000" spc="30">
                <a:latin typeface="Arial"/>
                <a:ea typeface="Arial"/>
                <a:cs typeface="Arial"/>
              </a:rPr>
              <a:t>BLOQUE 3/5 · </a:t>
            </a:r>
            <a:r>
              <a:rPr sz="1000" spc="30">
                <a:latin typeface="Arial"/>
                <a:ea typeface="Arial"/>
                <a:cs typeface="Arial"/>
              </a:rPr>
              <a:t>Miguel Chávez</a:t>
            </a:r>
            <a:endParaRPr sz="1000">
              <a:latin typeface="Arial"/>
              <a:ea typeface="Arial"/>
              <a:cs typeface="Arial"/>
            </a:endParaRPr>
          </a:p>
        </p:txBody>
      </p:sp>
      <p:sp>
        <p:nvSpPr>
          <p:cNvPr id="31" name="Text 27">
            <a:extLst xmlns:a="http://schemas.openxmlformats.org/drawingml/2006/main">
              <a:ext uri="{FF2B5EF4-FFF2-40B4-BE49-F238E27FC236}">
                <a16:creationId xmlns:a16="http://schemas.microsoft.com/office/drawing/2014/main" id="{F95E7F34-EDDD-440A-B7A7-2950D89ADD57}"/>
              </a:ext>
            </a:extLst>
          </p:cNvPr>
          <p:cNvSpPr>
            <a:spLocks xmlns:a="http://schemas.openxmlformats.org/drawingml/2006/main" noGrp="1"/>
          </p:cNvSpPr>
          <p:nvPr/>
        </p:nvSpPr>
        <p:spPr>
          <a:xfrm xmlns:a="http://schemas.openxmlformats.org/drawingml/2006/main">
            <a:off x="507206" y="3209330"/>
            <a:ext cx="594360" cy="23145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688"/>
              </a:lnSpc>
              <a:buNone/>
            </a:pPr>
            <a:r>
              <a:rPr sz="1000" b="1" spc="-34">
                <a:latin typeface="Arial"/>
                <a:ea typeface="Arial"/>
                <a:cs typeface="Arial"/>
              </a:rPr>
              <a:t>04</a:t>
            </a:r>
            <a:endParaRPr sz="1000">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85027C88-70D1-4570-90B2-2B6746CC689B}"/>
              </a:ext>
            </a:extLst>
          </p:cNvPr>
          <p:cNvSpPr>
            <a:spLocks xmlns:a="http://schemas.openxmlformats.org/drawingml/2006/main" noGrp="1"/>
          </p:cNvSpPr>
          <p:nvPr/>
        </p:nvSpPr>
        <p:spPr>
          <a:xfrm xmlns:a="http://schemas.openxmlformats.org/drawingml/2006/main">
            <a:off x="1078706" y="3116461"/>
            <a:ext cx="28575" cy="400050"/>
          </a:xfrm>
          <a:prstGeom xmlns:a="http://schemas.openxmlformats.org/drawingml/2006/main" prst="roundRect">
            <a:avLst>
              <a:gd name="adj" fmla="val 66667"/>
            </a:avLst>
          </a:prstGeom>
          <a:solidFill xmlns:a="http://schemas.openxmlformats.org/drawingml/2006/main">
            <a:srgbClr val="F59E0B"/>
          </a:solidFill>
          <a:effectLst xmlns:a="http://schemas.openxmlformats.org/drawingml/2006/main">
            <a:outerShdw blurRad="114300" dist="50800" dir="16200000" algn="bl" rotWithShape="0">
              <a:srgbClr val="F59E0B">
                <a:alpha val="5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33" name="Text 29">
            <a:extLst xmlns:a="http://schemas.openxmlformats.org/drawingml/2006/main">
              <a:ext uri="{FF2B5EF4-FFF2-40B4-BE49-F238E27FC236}">
                <a16:creationId xmlns:a16="http://schemas.microsoft.com/office/drawing/2014/main" id="{41D95970-329D-4722-81F4-C14B2B9CDD63}"/>
              </a:ext>
            </a:extLst>
          </p:cNvPr>
          <p:cNvSpPr>
            <a:spLocks xmlns:a="http://schemas.openxmlformats.org/drawingml/2006/main" noGrp="1"/>
          </p:cNvSpPr>
          <p:nvPr/>
        </p:nvSpPr>
        <p:spPr>
          <a:xfrm xmlns:a="http://schemas.openxmlformats.org/drawingml/2006/main">
            <a:off x="1221581" y="3176625"/>
            <a:ext cx="4050506" cy="13966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148"/>
              </a:lnSpc>
              <a:buNone/>
            </a:pPr>
            <a:r>
              <a:rPr sz="1000" b="1" spc="-5">
                <a:latin typeface="Arial"/>
                <a:ea typeface="Arial"/>
                <a:cs typeface="Arial"/>
              </a:rPr>
              <a:t>Interfaces FXML y demostración</a:t>
            </a:r>
            <a:endParaRPr sz="1000">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C5D20EDD-596A-4396-A977-C8DB4A658BDE}"/>
              </a:ext>
            </a:extLst>
          </p:cNvPr>
          <p:cNvSpPr>
            <a:spLocks xmlns:a="http://schemas.openxmlformats.org/drawingml/2006/main" noGrp="1"/>
          </p:cNvSpPr>
          <p:nvPr/>
        </p:nvSpPr>
        <p:spPr>
          <a:xfrm xmlns:a="http://schemas.openxmlformats.org/drawingml/2006/main">
            <a:off x="1221581" y="3343721"/>
            <a:ext cx="416623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86"/>
              </a:lnSpc>
              <a:buNone/>
            </a:pPr>
            <a:r>
              <a:rPr sz="1000" spc="30">
                <a:latin typeface="Arial"/>
                <a:ea typeface="Arial"/>
                <a:cs typeface="Arial"/>
              </a:rPr>
              <a:t>BLOQUE 4/5 · </a:t>
            </a:r>
            <a:r>
              <a:rPr sz="1000" spc="30">
                <a:latin typeface="Arial"/>
                <a:ea typeface="Arial"/>
                <a:cs typeface="Arial"/>
              </a:rPr>
              <a:t>Walter Rentería</a:t>
            </a:r>
            <a:endParaRPr sz="1000">
              <a:latin typeface="Arial"/>
              <a:ea typeface="Arial"/>
              <a:cs typeface="Arial"/>
            </a:endParaRPr>
          </a:p>
        </p:txBody>
      </p:sp>
      <p:sp>
        <p:nvSpPr>
          <p:cNvPr id="38" name="Text 34">
            <a:extLst xmlns:a="http://schemas.openxmlformats.org/drawingml/2006/main">
              <a:ext uri="{FF2B5EF4-FFF2-40B4-BE49-F238E27FC236}">
                <a16:creationId xmlns:a16="http://schemas.microsoft.com/office/drawing/2014/main" id="{49597558-FAE8-4372-8025-232E171817C6}"/>
              </a:ext>
            </a:extLst>
          </p:cNvPr>
          <p:cNvSpPr>
            <a:spLocks xmlns:a="http://schemas.openxmlformats.org/drawingml/2006/main" noGrp="1"/>
          </p:cNvSpPr>
          <p:nvPr/>
        </p:nvSpPr>
        <p:spPr>
          <a:xfrm xmlns:a="http://schemas.openxmlformats.org/drawingml/2006/main">
            <a:off x="507206" y="3866555"/>
            <a:ext cx="594360" cy="23145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688"/>
              </a:lnSpc>
              <a:buNone/>
            </a:pPr>
            <a:r>
              <a:rPr sz="1000" b="1" spc="-34">
                <a:latin typeface="Arial"/>
                <a:ea typeface="Arial"/>
                <a:cs typeface="Arial"/>
              </a:rPr>
              <a:t>05</a:t>
            </a:r>
            <a:endParaRPr sz="1000">
              <a:latin typeface="Arial"/>
              <a:ea typeface="Arial"/>
              <a:cs typeface="Arial"/>
            </a:endParaRPr>
          </a:p>
        </p:txBody>
      </p:sp>
      <p:sp>
        <p:nvSpPr>
          <p:cNvPr id="39" name="Text 35">
            <a:extLst xmlns:a="http://schemas.openxmlformats.org/drawingml/2006/main">
              <a:ext uri="{FF2B5EF4-FFF2-40B4-BE49-F238E27FC236}">
                <a16:creationId xmlns:a16="http://schemas.microsoft.com/office/drawing/2014/main" id="{1D9D1146-E5E6-4570-8008-CBC71917C902}"/>
              </a:ext>
            </a:extLst>
          </p:cNvPr>
          <p:cNvSpPr>
            <a:spLocks xmlns:a="http://schemas.openxmlformats.org/drawingml/2006/main" noGrp="1"/>
          </p:cNvSpPr>
          <p:nvPr/>
        </p:nvSpPr>
        <p:spPr>
          <a:xfrm xmlns:a="http://schemas.openxmlformats.org/drawingml/2006/main">
            <a:off x="1078706" y="3773686"/>
            <a:ext cx="28575" cy="400050"/>
          </a:xfrm>
          <a:prstGeom xmlns:a="http://schemas.openxmlformats.org/drawingml/2006/main" prst="roundRect">
            <a:avLst>
              <a:gd name="adj" fmla="val 66667"/>
            </a:avLst>
          </a:prstGeom>
          <a:solidFill xmlns:a="http://schemas.openxmlformats.org/drawingml/2006/main">
            <a:srgbClr val="10B981"/>
          </a:solidFill>
          <a:effectLst xmlns:a="http://schemas.openxmlformats.org/drawingml/2006/main">
            <a:outerShdw blurRad="114300" dist="50800" dir="16200000" algn="bl" rotWithShape="0">
              <a:srgbClr val="10B981">
                <a:alpha val="50000"/>
              </a:srgbClr>
            </a:outerShdw>
          </a:effectLst>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40" name="Text 36">
            <a:extLst xmlns:a="http://schemas.openxmlformats.org/drawingml/2006/main">
              <a:ext uri="{FF2B5EF4-FFF2-40B4-BE49-F238E27FC236}">
                <a16:creationId xmlns:a16="http://schemas.microsoft.com/office/drawing/2014/main" id="{150E15E7-C712-4593-9A11-53C7B3FEDFF0}"/>
              </a:ext>
            </a:extLst>
          </p:cNvPr>
          <p:cNvSpPr>
            <a:spLocks xmlns:a="http://schemas.openxmlformats.org/drawingml/2006/main" noGrp="1"/>
          </p:cNvSpPr>
          <p:nvPr/>
        </p:nvSpPr>
        <p:spPr>
          <a:xfrm xmlns:a="http://schemas.openxmlformats.org/drawingml/2006/main">
            <a:off x="1221581" y="3833850"/>
            <a:ext cx="4166235" cy="1396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8"/>
              </a:lnSpc>
              <a:buNone/>
            </a:pPr>
            <a:r>
              <a:rPr sz="1000" b="1" spc="-5">
                <a:latin typeface="Arial"/>
                <a:ea typeface="Arial"/>
                <a:cs typeface="Arial"/>
              </a:rPr>
              <a:t>Seguridad, pruebas, Git y cierre</a:t>
            </a:r>
            <a:endParaRPr sz="1000">
              <a:latin typeface="Arial"/>
              <a:ea typeface="Arial"/>
              <a:cs typeface="Arial"/>
            </a:endParaRPr>
          </a:p>
        </p:txBody>
      </p:sp>
      <p:sp>
        <p:nvSpPr>
          <p:cNvPr id="41" name="Text 37">
            <a:extLst xmlns:a="http://schemas.openxmlformats.org/drawingml/2006/main">
              <a:ext uri="{FF2B5EF4-FFF2-40B4-BE49-F238E27FC236}">
                <a16:creationId xmlns:a16="http://schemas.microsoft.com/office/drawing/2014/main" id="{5B6CDD62-896F-4491-BC81-6B0887CAD39A}"/>
              </a:ext>
            </a:extLst>
          </p:cNvPr>
          <p:cNvSpPr>
            <a:spLocks xmlns:a="http://schemas.openxmlformats.org/drawingml/2006/main" noGrp="1"/>
          </p:cNvSpPr>
          <p:nvPr/>
        </p:nvSpPr>
        <p:spPr>
          <a:xfrm xmlns:a="http://schemas.openxmlformats.org/drawingml/2006/main">
            <a:off x="1221581" y="4000946"/>
            <a:ext cx="4243388"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886"/>
              </a:lnSpc>
              <a:buNone/>
            </a:pPr>
            <a:r>
              <a:rPr sz="1000" spc="30">
                <a:latin typeface="Arial"/>
                <a:ea typeface="Arial"/>
                <a:cs typeface="Arial"/>
              </a:rPr>
              <a:t>BLOQUE 5/5 · </a:t>
            </a:r>
            <a:r>
              <a:rPr sz="1000" spc="30">
                <a:latin typeface="Arial"/>
                <a:ea typeface="Arial"/>
                <a:cs typeface="Arial"/>
              </a:rPr>
              <a:t>Silvana Rosas</a:t>
            </a:r>
            <a:endParaRPr sz="1000">
              <a:latin typeface="Arial"/>
              <a:ea typeface="Arial"/>
              <a:cs typeface="Arial"/>
            </a:endParaRPr>
          </a:p>
        </p:txBody>
      </p:sp>
      <p:sp>
        <p:nvSpPr>
          <p:cNvPr id="45" name="Text 40">
            <a:extLst xmlns:a="http://schemas.openxmlformats.org/drawingml/2006/main">
              <a:ext uri="{FF2B5EF4-FFF2-40B4-BE49-F238E27FC236}">
                <a16:creationId xmlns:a16="http://schemas.microsoft.com/office/drawing/2014/main" id="{1A4AE97B-AD9F-4A6E-AB66-C22E1A37C555}"/>
              </a:ext>
            </a:extLst>
          </p:cNvPr>
          <p:cNvSpPr>
            <a:spLocks xmlns:a="http://schemas.openxmlformats.org/drawingml/2006/main" noGrp="1"/>
          </p:cNvSpPr>
          <p:nvPr/>
        </p:nvSpPr>
        <p:spPr>
          <a:xfrm xmlns:a="http://schemas.openxmlformats.org/drawingml/2006/main">
            <a:off x="5747147" y="1055489"/>
            <a:ext cx="2993231" cy="3741539"/>
          </a:xfrm>
          <a:prstGeom xmlns:a="http://schemas.openxmlformats.org/drawingml/2006/main" prst="roundRect">
            <a:avLst>
              <a:gd name="adj" fmla="val 4455"/>
            </a:avLst>
          </a:prstGeom>
          <a:noFill xmlns:a="http://schemas.openxmlformats.org/drawingml/2006/main"/>
          <a:ln xmlns:a="http://schemas.openxmlformats.org/drawingml/2006/main" w="7144">
            <a:solidFill>
              <a:srgbClr val="1E3A5F"/>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sz="1000">
              <a:latin typeface="Arial"/>
              <a:ea typeface="Arial"/>
              <a:cs typeface="Arial"/>
            </a:endParaRPr>
          </a:p>
        </p:txBody>
      </p:sp>
      <p:sp>
        <p:nvSpPr>
          <p:cNvPr id="46" name="Text 41">
            <a:extLst xmlns:a="http://schemas.openxmlformats.org/drawingml/2006/main">
              <a:ext uri="{FF2B5EF4-FFF2-40B4-BE49-F238E27FC236}">
                <a16:creationId xmlns:a16="http://schemas.microsoft.com/office/drawing/2014/main" id="{3FC96427-C76C-488C-84E7-1847AA0907E7}"/>
              </a:ext>
            </a:extLst>
          </p:cNvPr>
          <p:cNvSpPr>
            <a:spLocks xmlns:a="http://schemas.openxmlformats.org/drawingml/2006/main" noGrp="1"/>
          </p:cNvSpPr>
          <p:nvPr/>
        </p:nvSpPr>
        <p:spPr>
          <a:xfrm xmlns:a="http://schemas.openxmlformats.org/drawingml/2006/main">
            <a:off x="5907881" y="1216223"/>
            <a:ext cx="2671763"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886"/>
              </a:lnSpc>
              <a:buNone/>
            </a:pPr>
            <a:r>
              <a:rPr sz="1000" spc="106">
                <a:latin typeface="Arial"/>
                <a:ea typeface="Arial"/>
                <a:cs typeface="Arial"/>
              </a:rPr>
              <a:t>CONTEXTO DEL PROYECTO</a:t>
            </a:r>
            <a:endParaRPr sz="1000">
              <a:latin typeface="Arial"/>
              <a:ea typeface="Arial"/>
              <a:cs typeface="Arial"/>
            </a:endParaRPr>
          </a:p>
        </p:txBody>
      </p:sp>
      <p:sp>
        <p:nvSpPr>
          <p:cNvPr id="47" name="Text 42">
            <a:extLst xmlns:a="http://schemas.openxmlformats.org/drawingml/2006/main">
              <a:ext uri="{FF2B5EF4-FFF2-40B4-BE49-F238E27FC236}">
                <a16:creationId xmlns:a16="http://schemas.microsoft.com/office/drawing/2014/main" id="{4AE0D438-6E59-4A51-8C13-8BB852B5F5BC}"/>
              </a:ext>
            </a:extLst>
          </p:cNvPr>
          <p:cNvSpPr>
            <a:spLocks xmlns:a="http://schemas.openxmlformats.org/drawingml/2006/main" noGrp="1"/>
          </p:cNvSpPr>
          <p:nvPr/>
        </p:nvSpPr>
        <p:spPr>
          <a:xfrm xmlns:a="http://schemas.openxmlformats.org/drawingml/2006/main">
            <a:off x="6136481" y="1428750"/>
            <a:ext cx="2471503" cy="1620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83"/>
              </a:lnSpc>
              <a:buNone/>
            </a:pPr>
            <a:r>
              <a:rPr sz="1000" b="1" spc="-11">
                <a:latin typeface="Arial"/>
                <a:ea typeface="Arial"/>
                <a:cs typeface="Arial"/>
              </a:rPr>
              <a:t>Centro de Salud Pública San Rafael</a:t>
            </a:r>
            <a:endParaRPr sz="1000">
              <a:latin typeface="Arial"/>
              <a:ea typeface="Arial"/>
              <a:cs typeface="Arial"/>
            </a:endParaRPr>
          </a:p>
        </p:txBody>
      </p:sp>
      <p:sp>
        <p:nvSpPr>
          <p:cNvPr id="50" name="Text 45">
            <a:extLst xmlns:a="http://schemas.openxmlformats.org/drawingml/2006/main">
              <a:ext uri="{FF2B5EF4-FFF2-40B4-BE49-F238E27FC236}">
                <a16:creationId xmlns:a16="http://schemas.microsoft.com/office/drawing/2014/main" id="{D624C42A-0CBD-4332-A521-5FD8BA5B01FD}"/>
              </a:ext>
            </a:extLst>
          </p:cNvPr>
          <p:cNvSpPr>
            <a:spLocks xmlns:a="http://schemas.openxmlformats.org/drawingml/2006/main" noGrp="1"/>
          </p:cNvSpPr>
          <p:nvPr/>
        </p:nvSpPr>
        <p:spPr>
          <a:xfrm xmlns:a="http://schemas.openxmlformats.org/drawingml/2006/main">
            <a:off x="6136481" y="1721024"/>
            <a:ext cx="2464594" cy="2724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0"/>
              </a:lnSpc>
              <a:buNone/>
            </a:pPr>
            <a:r>
              <a:rPr sz="1000">
                <a:latin typeface="Arial"/>
                <a:ea typeface="Arial"/>
                <a:cs typeface="Arial"/>
              </a:rPr>
              <a:t>Centro público con </a:t>
            </a:r>
            <a:r>
              <a:rPr sz="1000" b="1">
                <a:latin typeface="Arial"/>
                <a:ea typeface="Arial"/>
                <a:cs typeface="Arial"/>
              </a:rPr>
              <a:t>6</a:t>
            </a:r>
            <a:r>
              <a:rPr sz="1000">
                <a:latin typeface="Arial"/>
                <a:ea typeface="Arial"/>
                <a:cs typeface="Arial"/>
              </a:rPr>
              <a:t> estaciones de trabajo en red local.</a:t>
            </a:r>
            <a:endParaRPr sz="1000">
              <a:latin typeface="Arial"/>
              <a:ea typeface="Arial"/>
              <a:cs typeface="Arial"/>
            </a:endParaRPr>
          </a:p>
        </p:txBody>
      </p:sp>
      <p:sp>
        <p:nvSpPr>
          <p:cNvPr id="53" name="Text 48">
            <a:extLst xmlns:a="http://schemas.openxmlformats.org/drawingml/2006/main">
              <a:ext uri="{FF2B5EF4-FFF2-40B4-BE49-F238E27FC236}">
                <a16:creationId xmlns:a16="http://schemas.microsoft.com/office/drawing/2014/main" id="{CAB445FB-403B-4E59-B978-A6562F12546D}"/>
              </a:ext>
            </a:extLst>
          </p:cNvPr>
          <p:cNvSpPr>
            <a:spLocks xmlns:a="http://schemas.openxmlformats.org/drawingml/2006/main" noGrp="1"/>
          </p:cNvSpPr>
          <p:nvPr/>
        </p:nvSpPr>
        <p:spPr>
          <a:xfrm xmlns:a="http://schemas.openxmlformats.org/drawingml/2006/main">
            <a:off x="6143390" y="2123691"/>
            <a:ext cx="2464594" cy="15905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0"/>
              </a:lnSpc>
              <a:buNone/>
            </a:pPr>
            <a:r>
              <a:rPr sz="1000">
                <a:latin typeface="Arial"/>
                <a:ea typeface="Arial"/>
                <a:cs typeface="Arial"/>
              </a:rPr>
              <a:t>Procesos manuales de citas, admisión e historial clínico.</a:t>
            </a:r>
            <a:endParaRPr sz="1000">
              <a:latin typeface="Arial"/>
              <a:ea typeface="Arial"/>
              <a:cs typeface="Arial"/>
            </a:endParaRPr>
          </a:p>
        </p:txBody>
      </p:sp>
      <p:sp>
        <p:nvSpPr>
          <p:cNvPr id="56" name="Text 51">
            <a:extLst xmlns:a="http://schemas.openxmlformats.org/drawingml/2006/main">
              <a:ext uri="{FF2B5EF4-FFF2-40B4-BE49-F238E27FC236}">
                <a16:creationId xmlns:a16="http://schemas.microsoft.com/office/drawing/2014/main" id="{D845FC72-7CC1-414E-8BCA-F16AB378120F}"/>
              </a:ext>
            </a:extLst>
          </p:cNvPr>
          <p:cNvSpPr>
            <a:spLocks xmlns:a="http://schemas.openxmlformats.org/drawingml/2006/main" noGrp="1"/>
          </p:cNvSpPr>
          <p:nvPr/>
        </p:nvSpPr>
        <p:spPr>
          <a:xfrm xmlns:a="http://schemas.openxmlformats.org/drawingml/2006/main">
            <a:off x="6115050" y="2624510"/>
            <a:ext cx="2464594" cy="31810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0"/>
              </a:lnSpc>
              <a:buNone/>
            </a:pPr>
            <a:r>
              <a:rPr sz="1000">
                <a:latin typeface="Arial"/>
                <a:ea typeface="Arial"/>
                <a:cs typeface="Arial"/>
              </a:rPr>
              <a:t>Demanda: digitalizar el </a:t>
            </a:r>
            <a:r>
              <a:rPr sz="1000" b="1">
                <a:latin typeface="Arial"/>
                <a:ea typeface="Arial"/>
                <a:cs typeface="Arial"/>
              </a:rPr>
              <a:t>80%</a:t>
            </a:r>
            <a:r>
              <a:rPr sz="1000">
                <a:latin typeface="Arial"/>
                <a:ea typeface="Arial"/>
                <a:cs typeface="Arial"/>
              </a:rPr>
              <a:t> de procesos para </a:t>
            </a:r>
            <a:r>
              <a:rPr sz="1000" b="1">
                <a:latin typeface="Arial"/>
                <a:ea typeface="Arial"/>
                <a:cs typeface="Arial"/>
              </a:rPr>
              <a:t>2028</a:t>
            </a:r>
            <a:r>
              <a:rPr sz="1000">
                <a:latin typeface="Arial"/>
                <a:ea typeface="Arial"/>
                <a:cs typeface="Arial"/>
              </a:rPr>
              <a:t> (PDI 2024-2028).</a:t>
            </a:r>
            <a:endParaRPr sz="1000">
              <a:latin typeface="Arial"/>
              <a:ea typeface="Arial"/>
              <a:cs typeface="Arial"/>
            </a:endParaRPr>
          </a:p>
        </p:txBody>
      </p:sp>
    </p:spTree>
    <p:extLst>
      <p:ext uri="{BB962C8B-B14F-4D97-AF65-F5344CB8AC3E}">
        <p14:creationId xmlns:p14="http://schemas.microsoft.com/office/powerpoint/2010/main" val="7730429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5" name="Text 81">
            <a:extLst xmlns:a="http://schemas.openxmlformats.org/drawingml/2006/main">
              <a:ext uri="{FF2B5EF4-FFF2-40B4-BE49-F238E27FC236}">
                <a16:creationId xmlns:a16="http://schemas.microsoft.com/office/drawing/2014/main" id="{9AF63D95-BA95-402C-90F8-5F5ACE505770}"/>
              </a:ext>
            </a:extLst>
          </p:cNvPr>
          <p:cNvSpPr>
            <a:spLocks xmlns:a="http://schemas.openxmlformats.org/drawingml/2006/main" noGrp="1"/>
          </p:cNvSpPr>
          <p:nvPr/>
        </p:nvSpPr>
        <p:spPr>
          <a:xfrm xmlns:a="http://schemas.openxmlformats.org/drawingml/2006/main">
            <a:off x="400050" y="342900"/>
            <a:ext cx="8636000" cy="13866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70"/>
              </a:lnSpc>
              <a:buNone/>
            </a:pPr>
            <a:r>
              <a:rPr sz="1000" spc="129">
                <a:latin typeface="Arial"/>
                <a:ea typeface="Arial"/>
                <a:cs typeface="Arial"/>
              </a:rPr>
              <a:t>BLOQUE 01 · BPMN</a:t>
            </a:r>
            <a:endParaRPr sz="1000">
              <a:latin typeface="Arial"/>
              <a:ea typeface="Arial"/>
              <a:cs typeface="Arial"/>
            </a:endParaRPr>
          </a:p>
        </p:txBody>
      </p:sp>
      <p:pic>
        <p:nvPicPr>
          <p:cNvPr id="194" name="Imagen 193">
            <a:extLst xmlns:a="http://schemas.openxmlformats.org/drawingml/2006/main">
              <a:ext uri="{FF2B5EF4-FFF2-40B4-BE49-F238E27FC236}">
                <a16:creationId xmlns:a16="http://schemas.microsoft.com/office/drawing/2014/main" id="{5B905FA2-34E5-471C-81A2-B87CE926429A}"/>
              </a:ext>
            </a:extLst>
          </p:cNvPr>
          <p:cNvPicPr>
            <a:picLocks xmlns:a="http://schemas.openxmlformats.org/drawingml/2006/main" noChangeAspect="1"/>
          </p:cNvPicPr>
          <p:nvPr/>
        </p:nvPicPr>
        <p:blipFill>
          <a:blip xmlns:r="http://schemas.openxmlformats.org/officeDocument/2006/relationships" xmlns:a="http://schemas.openxmlformats.org/drawingml/2006/main" r:embed="R85d2bc4accb24c96"/>
          <a:srcRect xmlns:a="http://schemas.openxmlformats.org/drawingml/2006/main" l="0" t="0" r="0" b="0"/>
          <a:stretch xmlns:a="http://schemas.openxmlformats.org/drawingml/2006/main">
            <a:fillRect l="0" t="0" r="0" b="0"/>
          </a:stretch>
        </p:blipFill>
        <p:spPr>
          <a:xfrm xmlns:a="http://schemas.openxmlformats.org/drawingml/2006/main">
            <a:off x="219075" y="685800"/>
            <a:ext cx="8420100" cy="44577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639940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55D6DF3E-8B32-4481-99A1-003A081569AA}"/>
              </a:ext>
            </a:extLst>
          </p:cNvPr>
          <p:cNvSpPr>
            <a:spLocks xmlns:a="http://schemas.openxmlformats.org/drawingml/2006/main" noGrp="1"/>
          </p:cNvSpPr>
          <p:nvPr/>
        </p:nvSpPr>
        <p:spPr>
          <a:xfrm xmlns:a="http://schemas.openxmlformats.org/drawingml/2006/main">
            <a:off x="652462" y="309592"/>
            <a:ext cx="8034338" cy="42473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 El diagrama BPMN nos permite visualizar el flujo completo de atención. En primer lugar, identificamos cuatro actores: el Paciente o Usuario, el Sistema, Recepción y el Médico. </a:t>
            </a:r>
          </a:p>
          <a:p xmlns:a="http://schemas.openxmlformats.org/drawingml/2006/main">
            <a:pPr algn="just">
              <a:buNone/>
            </a:pPr>
            <a:r>
              <a:t>El proceso comienza cuando el paciente inicia sesión y el sistema valida sus credenciales y su rol. Luego, solicita una cita y el sistema verifica la disponibilidad del doctor. Si existe un horario disponible, la cita queda registrada como Programada. </a:t>
            </a:r>
          </a:p>
          <a:p xmlns:a="http://schemas.openxmlformats.org/drawingml/2006/main">
            <a:pPr algn="just">
              <a:buNone/>
            </a:pPr>
            <a:r>
              <a:t>Posteriormente, el día de la cita, recepción confirma la llegada del paciente y habilita la atención. </a:t>
            </a:r>
          </a:p>
          <a:p xmlns:a="http://schemas.openxmlformats.org/drawingml/2006/main">
            <a:pPr algn="just">
              <a:buNone/>
            </a:pPr>
            <a:r>
              <a:t>A continuación, el médico consulta la historia clínica y registra la anamnesis, el diagnóstico CIE-10 y el tratamiento. Finalmente, el sistema actualiza la historia clínica y el médico cierra la atención. Las principales decisiones son “¿Acceso válido?” y “¿Horario disponible?”, que permiten controlar los caminos alternativos del proceso. En total, tenemos cuatro carriles, ocho compuertas o eventos y tres mensajes inter-carril.</a:t>
            </a:r>
            <a:endParaRPr/>
          </a:p>
        </p:txBody>
      </p:sp>
    </p:spTree>
    <p:extLst>
      <p:ext uri="{BB962C8B-B14F-4D97-AF65-F5344CB8AC3E}">
        <p14:creationId xmlns:p14="http://schemas.microsoft.com/office/powerpoint/2010/main" val="39512782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Text 23">
            <a:extLst xmlns:a="http://schemas.openxmlformats.org/drawingml/2006/main">
              <a:ext uri="{FF2B5EF4-FFF2-40B4-BE49-F238E27FC236}">
                <a16:creationId xmlns:a16="http://schemas.microsoft.com/office/drawing/2014/main" id="{2280891B-F700-46F3-AACD-3ACF0A460388}"/>
              </a:ext>
            </a:extLst>
          </p:cNvPr>
          <p:cNvSpPr>
            <a:spLocks xmlns:a="http://schemas.openxmlformats.org/drawingml/2006/main" noGrp="1"/>
          </p:cNvSpPr>
          <p:nvPr/>
        </p:nvSpPr>
        <p:spPr>
          <a:xfrm xmlns:a="http://schemas.openxmlformats.org/drawingml/2006/main">
            <a:off x="400050" y="342900"/>
            <a:ext cx="8636000" cy="13866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70"/>
              </a:lnSpc>
              <a:buNone/>
            </a:pPr>
            <a:r>
              <a:rPr sz="800" spc="129">
                <a:solidFill>
                  <a:srgbClr val="06B6D4"/>
                </a:solidFill>
                <a:latin typeface="Liberation Sans Narrow"/>
                <a:ea typeface="Liberation Sans Narrow"/>
                <a:cs typeface="Liberation Sans Narrow"/>
              </a:rPr>
              <a:t>BLOQUE 02 · BASE DE DATOS</a:t>
            </a:r>
            <a:endParaRPr sz="800"/>
          </a:p>
        </p:txBody>
      </p:sp>
      <p:sp>
        <p:nvSpPr>
          <p:cNvPr id="28" name="Text 24">
            <a:extLst xmlns:a="http://schemas.openxmlformats.org/drawingml/2006/main">
              <a:ext uri="{FF2B5EF4-FFF2-40B4-BE49-F238E27FC236}">
                <a16:creationId xmlns:a16="http://schemas.microsoft.com/office/drawing/2014/main" id="{DAEF9F54-9779-4BEE-A2C0-35AEC59F96EE}"/>
              </a:ext>
            </a:extLst>
          </p:cNvPr>
          <p:cNvSpPr>
            <a:spLocks xmlns:a="http://schemas.openxmlformats.org/drawingml/2006/main" noGrp="1"/>
          </p:cNvSpPr>
          <p:nvPr/>
        </p:nvSpPr>
        <p:spPr>
          <a:xfrm xmlns:a="http://schemas.openxmlformats.org/drawingml/2006/main">
            <a:off x="400050" y="508992"/>
            <a:ext cx="8636000" cy="2546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56"/>
              </a:lnSpc>
              <a:buNone/>
            </a:pPr>
            <a:r>
              <a:rPr sz="1688" b="1" spc="-25">
                <a:latin typeface="Carlito"/>
                <a:ea typeface="Carlito"/>
                <a:cs typeface="Carlito"/>
              </a:rPr>
              <a:t>Modelo físico y flujo de datos</a:t>
            </a:r>
            <a:endParaRPr sz="1688"/>
          </a:p>
        </p:txBody>
      </p:sp>
      <p:sp>
        <p:nvSpPr>
          <p:cNvPr id="29" name="Text 25">
            <a:extLst xmlns:a="http://schemas.openxmlformats.org/drawingml/2006/main">
              <a:ext uri="{FF2B5EF4-FFF2-40B4-BE49-F238E27FC236}">
                <a16:creationId xmlns:a16="http://schemas.microsoft.com/office/drawing/2014/main" id="{F7966DDF-63B6-4A89-B954-AEF6B9E7DA0B}"/>
              </a:ext>
            </a:extLst>
          </p:cNvPr>
          <p:cNvSpPr>
            <a:spLocks xmlns:a="http://schemas.openxmlformats.org/drawingml/2006/main" noGrp="1"/>
          </p:cNvSpPr>
          <p:nvPr/>
        </p:nvSpPr>
        <p:spPr>
          <a:xfrm xmlns:a="http://schemas.openxmlformats.org/drawingml/2006/main">
            <a:off x="400050" y="801886"/>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pic>
        <p:nvPicPr>
          <p:cNvPr id="196" name="drawing">
            <a:extLst xmlns:a="http://schemas.openxmlformats.org/drawingml/2006/main">
              <a:ext uri="{FF2B5EF4-FFF2-40B4-BE49-F238E27FC236}">
                <a16:creationId xmlns:a16="http://schemas.microsoft.com/office/drawing/2014/main" id="{E9608759-50F6-4DC8-A734-5431A3A8B7A6}"/>
              </a:ext>
            </a:extLst>
          </p:cNvPr>
          <p:cNvPicPr>
            <a:picLocks xmlns:a="http://schemas.openxmlformats.org/drawingml/2006/main" noChangeAspect="1"/>
          </p:cNvPicPr>
          <p:nvPr/>
        </p:nvPicPr>
        <p:blipFill>
          <a:blip xmlns:r="http://schemas.openxmlformats.org/officeDocument/2006/relationships" xmlns:a="http://schemas.openxmlformats.org/drawingml/2006/main" r:embed="R9f046c197d2148b9"/>
          <a:stretch xmlns:a="http://schemas.openxmlformats.org/drawingml/2006/main">
            <a:fillRect l="0" t="0" r="0" b="0"/>
          </a:stretch>
        </p:blipFill>
        <p:spPr>
          <a:xfrm xmlns:a="http://schemas.openxmlformats.org/drawingml/2006/main">
            <a:off x="400050" y="1095970"/>
            <a:ext cx="8439150" cy="3690938"/>
          </a:xfrm>
          <a:prstGeom xmlns:a="http://schemas.openxmlformats.org/drawingml/2006/main" prst="rect">
            <a:avLst/>
          </a:prstGeom>
        </p:spPr>
      </p:pic>
    </p:spTree>
    <p:extLst>
      <p:ext uri="{BB962C8B-B14F-4D97-AF65-F5344CB8AC3E}">
        <p14:creationId xmlns:p14="http://schemas.microsoft.com/office/powerpoint/2010/main" val="20918769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CuadroTexto 3">
            <a:extLst xmlns:a="http://schemas.openxmlformats.org/drawingml/2006/main">
              <a:ext uri="{FF2B5EF4-FFF2-40B4-BE49-F238E27FC236}">
                <a16:creationId xmlns:a16="http://schemas.microsoft.com/office/drawing/2014/main" id="{F291B60C-51F2-43FB-B3B1-EA6167E91FA3}"/>
              </a:ext>
            </a:extLst>
          </p:cNvPr>
          <p:cNvSpPr>
            <a:spLocks xmlns:a="http://schemas.openxmlformats.org/drawingml/2006/main" noGrp="1"/>
          </p:cNvSpPr>
          <p:nvPr/>
        </p:nvSpPr>
        <p:spPr>
          <a:xfrm xmlns:a="http://schemas.openxmlformats.org/drawingml/2006/main">
            <a:off x="500063" y="586591"/>
            <a:ext cx="8143874"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El modelo utiliza PostgreSQL y cinco tablas principales: pacientes, doctores, usuarios, citas e historial_clinico. Las claves foráneas vinculan pacientes y doctores con las citas y los registros clínicos.</a:t>
            </a:r>
          </a:p>
          <a:p xmlns:a="http://schemas.openxmlformats.org/drawingml/2006/main">
            <a:pPr algn="just">
              <a:buNone/>
            </a:pPr>
            <a:r>
              <a:t/>
            </a:r>
          </a:p>
          <a:p xmlns:a="http://schemas.openxmlformats.org/drawingml/2006/main">
            <a:pPr algn="just">
              <a:buNone/>
            </a:pPr>
            <a:r>
              <a:t>El campo cita_id admite registros clínicos sin cita previa. La entrega 3 incorpora UsuarioDAO para autenticar contra la tabla usuarios y verificar contraseñas con BCrypt.</a:t>
            </a:r>
          </a:p>
          <a:p xmlns:a="http://schemas.openxmlformats.org/drawingml/2006/main">
            <a:pPr algn="just">
              <a:buNone/>
            </a:pPr>
            <a:r>
              <a:t/>
            </a:r>
          </a:p>
          <a:p xmlns:a="http://schemas.openxmlformats.org/drawingml/2006/main">
            <a:pPr algn="just">
              <a:buNone/>
            </a:pPr>
            <a:r>
              <a:t>Los identificadores son campos varchar(36). El código actual genera valores correlativos con prefijos, por ejemplo pac-001.</a:t>
            </a:r>
            <a:endParaRPr/>
          </a:p>
        </p:txBody>
      </p:sp>
    </p:spTree>
    <p:extLst>
      <p:ext uri="{BB962C8B-B14F-4D97-AF65-F5344CB8AC3E}">
        <p14:creationId xmlns:p14="http://schemas.microsoft.com/office/powerpoint/2010/main" val="298715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Text 1">
            <a:extLst xmlns:a="http://schemas.openxmlformats.org/drawingml/2006/main">
              <a:ext uri="{FF2B5EF4-FFF2-40B4-BE49-F238E27FC236}">
                <a16:creationId xmlns:a16="http://schemas.microsoft.com/office/drawing/2014/main" id="{56E3ECD1-6EB8-463D-8B4F-C1FBFE339F09}"/>
              </a:ext>
            </a:extLst>
          </p:cNvPr>
          <p:cNvSpPr>
            <a:spLocks xmlns:a="http://schemas.openxmlformats.org/drawingml/2006/main" noGrp="1"/>
          </p:cNvSpPr>
          <p:nvPr/>
        </p:nvSpPr>
        <p:spPr>
          <a:xfrm xmlns:a="http://schemas.openxmlformats.org/drawingml/2006/main">
            <a:off x="400050" y="342900"/>
            <a:ext cx="8636000" cy="13866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70"/>
              </a:lnSpc>
              <a:buNone/>
            </a:pPr>
            <a:r>
              <a:rPr sz="900" spc="129">
                <a:latin typeface="Arial"/>
                <a:ea typeface="Arial"/>
                <a:cs typeface="Arial"/>
              </a:rPr>
              <a:t>BLOQUE 02 · BASE DE DATOS</a:t>
            </a:r>
            <a:endParaRPr sz="900">
              <a:latin typeface="Arial"/>
              <a:ea typeface="Arial"/>
              <a:cs typeface="Arial"/>
            </a:endParaRPr>
          </a:p>
        </p:txBody>
      </p:sp>
      <p:sp>
        <p:nvSpPr>
          <p:cNvPr id="6" name="Text 2">
            <a:extLst xmlns:a="http://schemas.openxmlformats.org/drawingml/2006/main">
              <a:ext uri="{FF2B5EF4-FFF2-40B4-BE49-F238E27FC236}">
                <a16:creationId xmlns:a16="http://schemas.microsoft.com/office/drawing/2014/main" id="{43C4A8F4-0549-4471-9343-F24C44E3F465}"/>
              </a:ext>
            </a:extLst>
          </p:cNvPr>
          <p:cNvSpPr>
            <a:spLocks xmlns:a="http://schemas.openxmlformats.org/drawingml/2006/main" noGrp="1"/>
          </p:cNvSpPr>
          <p:nvPr/>
        </p:nvSpPr>
        <p:spPr>
          <a:xfrm xmlns:a="http://schemas.openxmlformats.org/drawingml/2006/main">
            <a:off x="400050" y="508992"/>
            <a:ext cx="8636000" cy="2546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856"/>
              </a:lnSpc>
              <a:buNone/>
            </a:pPr>
            <a:r>
              <a:rPr b="1" spc="-25">
                <a:latin typeface="Arial"/>
                <a:ea typeface="Arial"/>
                <a:cs typeface="Arial"/>
              </a:rPr>
              <a:t>Entidades y campos clave</a:t>
            </a:r>
            <a:endParaRPr>
              <a:latin typeface="Arial"/>
              <a:ea typeface="Arial"/>
              <a:cs typeface="Arial"/>
            </a:endParaRPr>
          </a:p>
        </p:txBody>
      </p:sp>
      <p:sp>
        <p:nvSpPr>
          <p:cNvPr id="7" name="Text 3">
            <a:extLst xmlns:a="http://schemas.openxmlformats.org/drawingml/2006/main">
              <a:ext uri="{FF2B5EF4-FFF2-40B4-BE49-F238E27FC236}">
                <a16:creationId xmlns:a16="http://schemas.microsoft.com/office/drawing/2014/main" id="{15623403-3FA9-4FBC-90C7-5968D9D08825}"/>
              </a:ext>
            </a:extLst>
          </p:cNvPr>
          <p:cNvSpPr>
            <a:spLocks xmlns:a="http://schemas.openxmlformats.org/drawingml/2006/main" noGrp="1"/>
          </p:cNvSpPr>
          <p:nvPr/>
        </p:nvSpPr>
        <p:spPr>
          <a:xfrm xmlns:a="http://schemas.openxmlformats.org/drawingml/2006/main">
            <a:off x="400050" y="801886"/>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2000">
              <a:latin typeface="Arial"/>
              <a:ea typeface="Arial"/>
              <a:cs typeface="Arial"/>
            </a:endParaRPr>
          </a:p>
        </p:txBody>
      </p:sp>
      <p:graphicFrame>
        <p:nvGraphicFramePr>
          <p:cNvPr id="9" name="Table 0">
            <a:extLst xmlns:a="http://schemas.openxmlformats.org/drawingml/2006/main">
              <a:ext uri="{FF2B5EF4-FFF2-40B4-BE49-F238E27FC236}">
                <a16:creationId xmlns:a16="http://schemas.microsoft.com/office/drawing/2014/main" id="{A31D34BD-3E40-4CDA-A33B-B13BD92F561E}"/>
              </a:ext>
            </a:extLst>
          </p:cNvPr>
          <p:cNvGraphicFramePr/>
          <p:nvPr/>
        </p:nvGraphicFramePr>
        <p:xfrm>
          <a:off xmlns:a="http://schemas.openxmlformats.org/drawingml/2006/main" x="553244" y="977118"/>
          <a:ext xmlns:a="http://schemas.openxmlformats.org/drawingml/2006/main" cx="8329612" cy="2814642"/>
        </p:xfrm>
        <a:graphic xmlns:a="http://schemas.openxmlformats.org/drawingml/2006/main">
          <a:graphicData uri="http://schemas.openxmlformats.org/drawingml/2006/table">
            <a:tbl>
              <a:tblPr/>
              <a:tblGrid>
                <a:gridCol w="1332644"/>
                <a:gridCol w="1416025"/>
                <a:gridCol w="3165239"/>
                <a:gridCol w="2415704"/>
              </a:tblGrid>
              <a:tr h="0">
                <a:tc>
                  <a:txBody>
                    <a:bodyPr/>
                    <a:lstStyle/>
                    <a:p>
                      <a:pPr marL="0" indent="0" algn="l">
                        <a:buNone/>
                      </a:pPr>
                      <a:r>
                        <a:rPr sz="1000" b="1">
                          <a:solidFill>
                            <a:schemeClr val="tx1"/>
                          </a:solidFill>
                          <a:latin typeface="Arial"/>
                          <a:ea typeface="Arial"/>
                          <a:cs typeface="Arial"/>
                        </a:rPr>
                        <a:t>Tabla</a:t>
                      </a:r>
                      <a:endParaRPr sz="1000">
                        <a:solidFill>
                          <a:schemeClr val="tx1"/>
                        </a:solidFill>
                        <a:latin typeface="Arial"/>
                        <a:ea typeface="Arial"/>
                        <a:cs typeface="Arial"/>
                      </a:endParaRPr>
                    </a:p>
                  </a:txBody>
                  <a:tcPr marL="64294" marR="100013" marT="100013" marB="64294"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1000" b="1">
                          <a:solidFill>
                            <a:schemeClr val="tx1"/>
                          </a:solidFill>
                          <a:latin typeface="Arial"/>
                          <a:ea typeface="Arial"/>
                          <a:cs typeface="Arial"/>
                        </a:rPr>
                        <a:t>Llave primaria</a:t>
                      </a:r>
                      <a:endParaRPr sz="1000">
                        <a:solidFill>
                          <a:schemeClr val="tx1"/>
                        </a:solidFill>
                        <a:latin typeface="Arial"/>
                        <a:ea typeface="Arial"/>
                        <a:cs typeface="Arial"/>
                      </a:endParaRPr>
                    </a:p>
                  </a:txBody>
                  <a:tcPr marL="64294" marR="100013" marT="100013" marB="64294"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1000" b="1">
                          <a:solidFill>
                            <a:schemeClr val="tx1"/>
                          </a:solidFill>
                          <a:latin typeface="Arial"/>
                          <a:ea typeface="Arial"/>
                          <a:cs typeface="Arial"/>
                        </a:rPr>
                        <a:t>Campos destacados</a:t>
                      </a:r>
                      <a:endParaRPr sz="1000">
                        <a:solidFill>
                          <a:schemeClr val="tx1"/>
                        </a:solidFill>
                        <a:latin typeface="Arial"/>
                        <a:ea typeface="Arial"/>
                        <a:cs typeface="Arial"/>
                      </a:endParaRPr>
                    </a:p>
                  </a:txBody>
                  <a:tcPr marL="64294" marR="100013" marT="100013" marB="64294"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1000" b="1">
                          <a:solidFill>
                            <a:schemeClr val="tx1"/>
                          </a:solidFill>
                          <a:latin typeface="Arial"/>
                          <a:ea typeface="Arial"/>
                          <a:cs typeface="Arial"/>
                        </a:rPr>
                        <a:t>Función en el sistema</a:t>
                      </a:r>
                      <a:endParaRPr sz="1000">
                        <a:solidFill>
                          <a:schemeClr val="tx1"/>
                        </a:solidFill>
                        <a:latin typeface="Arial"/>
                        <a:ea typeface="Arial"/>
                        <a:cs typeface="Arial"/>
                      </a:endParaRPr>
                    </a:p>
                  </a:txBody>
                  <a:tcPr marL="64294" marR="100013" marT="100013" marB="64294"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r>
              <a:tr h="0">
                <a:tc>
                  <a:txBody>
                    <a:bodyPr/>
                    <a:lstStyle/>
                    <a:p>
                      <a:pPr marL="0" indent="0" algn="l">
                        <a:buNone/>
                      </a:pPr>
                      <a:r>
                        <a:rPr sz="1000">
                          <a:solidFill>
                            <a:schemeClr val="tx1"/>
                          </a:solidFill>
                          <a:latin typeface="Arial"/>
                          <a:ea typeface="Arial"/>
                          <a:cs typeface="Arial"/>
                        </a:rPr>
                        <a:t>☻ pacientes</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PK id varchar(36)</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tipo_sangre, alergias, cedula, fecha_nacimiento</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Repositorio de información personal y médica básica del paciente</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1000">
                          <a:solidFill>
                            <a:schemeClr val="tx1"/>
                          </a:solidFill>
                          <a:latin typeface="Arial"/>
                          <a:ea typeface="Arial"/>
                          <a:cs typeface="Arial"/>
                        </a:rPr>
                        <a:t>✚ doctores</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PK id varchar(36)</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especialidad horario colegiatura telefono</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Catálogo del personal médico disponible y su agenda</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1000">
                          <a:solidFill>
                            <a:schemeClr val="tx1"/>
                          </a:solidFill>
                          <a:latin typeface="Arial"/>
                          <a:ea typeface="Arial"/>
                          <a:cs typeface="Arial"/>
                        </a:rPr>
                        <a:t>▦ citas</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PK id varchar(36)</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FK paciente_id FK doctor_id estadovarchar(20) fecha hora</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Conecta la solicitud de atención con la disponibilidad del médico</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1000">
                          <a:solidFill>
                            <a:schemeClr val="tx1"/>
                          </a:solidFill>
                          <a:latin typeface="Arial"/>
                          <a:ea typeface="Arial"/>
                          <a:cs typeface="Arial"/>
                        </a:rPr>
                        <a:t>▤ historial_clinico</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PK id varchar(36)</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FK paciente_id FK doctor_id FK cita_id (NULL) diagnostico_cie10 presion_arterial temperatura pulso peso estatura</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Núcleo del expediente médico; triaje + diagnóstico CIE-10</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1000">
                          <a:solidFill>
                            <a:schemeClr val="tx1"/>
                          </a:solidFill>
                          <a:latin typeface="Arial"/>
                          <a:ea typeface="Arial"/>
                          <a:cs typeface="Arial"/>
                        </a:rPr>
                        <a:t>✦ usuarios</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PK id varchar(36)</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FK persona_id → pacientes UQ usuario password_hashvarchar(255) intentos_fallidos</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1000">
                          <a:solidFill>
                            <a:schemeClr val="tx1"/>
                          </a:solidFill>
                          <a:latin typeface="Arial"/>
                          <a:ea typeface="Arial"/>
                          <a:cs typeface="Arial"/>
                        </a:rPr>
                        <a:t>Autenticación con UsuarioDAO y BCrypt</a:t>
                      </a:r>
                      <a:endParaRPr sz="1000">
                        <a:solidFill>
                          <a:schemeClr val="tx1"/>
                        </a:solidFill>
                        <a:latin typeface="Arial"/>
                        <a:ea typeface="Arial"/>
                        <a:cs typeface="Arial"/>
                      </a:endParaRPr>
                    </a:p>
                  </a:txBody>
                  <a:tcPr marL="64294" marR="100013" marT="100013" marB="64294">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bl>
          </a:graphicData>
        </a:graphic>
      </p:graphicFrame>
      <p:sp>
        <p:nvSpPr>
          <p:cNvPr id="12" name="Text 7">
            <a:extLst xmlns:a="http://schemas.openxmlformats.org/drawingml/2006/main">
              <a:ext uri="{FF2B5EF4-FFF2-40B4-BE49-F238E27FC236}">
                <a16:creationId xmlns:a16="http://schemas.microsoft.com/office/drawing/2014/main" id="{6B69E1C6-D9A3-4EA7-B424-95AA58874920}"/>
              </a:ext>
            </a:extLst>
          </p:cNvPr>
          <p:cNvSpPr>
            <a:spLocks xmlns:a="http://schemas.openxmlformats.org/drawingml/2006/main" noGrp="1"/>
          </p:cNvSpPr>
          <p:nvPr/>
        </p:nvSpPr>
        <p:spPr>
          <a:xfrm xmlns:a="http://schemas.openxmlformats.org/drawingml/2006/main">
            <a:off x="855072" y="4160131"/>
            <a:ext cx="1906377"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900" b="1" spc="-4">
                <a:latin typeface="Arial"/>
                <a:ea typeface="Arial"/>
                <a:cs typeface="Arial"/>
              </a:rPr>
              <a:t>Estado de cita</a:t>
            </a:r>
            <a:endParaRPr sz="900">
              <a:latin typeface="Arial"/>
              <a:ea typeface="Arial"/>
              <a:cs typeface="Arial"/>
            </a:endParaRPr>
          </a:p>
        </p:txBody>
      </p:sp>
      <p:sp>
        <p:nvSpPr>
          <p:cNvPr id="25" name="Text 20">
            <a:extLst xmlns:a="http://schemas.openxmlformats.org/drawingml/2006/main">
              <a:ext uri="{FF2B5EF4-FFF2-40B4-BE49-F238E27FC236}">
                <a16:creationId xmlns:a16="http://schemas.microsoft.com/office/drawing/2014/main" id="{B26295BB-034E-408C-84DD-41410694B224}"/>
              </a:ext>
            </a:extLst>
          </p:cNvPr>
          <p:cNvSpPr>
            <a:spLocks xmlns:a="http://schemas.openxmlformats.org/drawingml/2006/main" noGrp="1"/>
          </p:cNvSpPr>
          <p:nvPr/>
        </p:nvSpPr>
        <p:spPr>
          <a:xfrm xmlns:a="http://schemas.openxmlformats.org/drawingml/2006/main">
            <a:off x="2274139" y="4160131"/>
            <a:ext cx="1928031"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900" b="1" spc="-4">
                <a:latin typeface="Arial"/>
                <a:ea typeface="Arial"/>
                <a:cs typeface="Arial"/>
              </a:rPr>
              <a:t>Clasificación CIE-10</a:t>
            </a:r>
            <a:endParaRPr sz="900">
              <a:latin typeface="Arial"/>
              <a:ea typeface="Arial"/>
              <a:cs typeface="Arial"/>
            </a:endParaRPr>
          </a:p>
        </p:txBody>
      </p:sp>
      <p:sp>
        <p:nvSpPr>
          <p:cNvPr id="30" name="Text 25">
            <a:extLst xmlns:a="http://schemas.openxmlformats.org/drawingml/2006/main">
              <a:ext uri="{FF2B5EF4-FFF2-40B4-BE49-F238E27FC236}">
                <a16:creationId xmlns:a16="http://schemas.microsoft.com/office/drawing/2014/main" id="{D7012A7A-C980-4FA3-AFFC-0E6DCCF8B0FE}"/>
              </a:ext>
            </a:extLst>
          </p:cNvPr>
          <p:cNvSpPr>
            <a:spLocks xmlns:a="http://schemas.openxmlformats.org/drawingml/2006/main" noGrp="1"/>
          </p:cNvSpPr>
          <p:nvPr/>
        </p:nvSpPr>
        <p:spPr>
          <a:xfrm xmlns:a="http://schemas.openxmlformats.org/drawingml/2006/main">
            <a:off x="4796470" y="4160131"/>
            <a:ext cx="1692846"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900" b="1" spc="-4">
                <a:latin typeface="Arial"/>
                <a:ea typeface="Arial"/>
                <a:cs typeface="Arial"/>
              </a:rPr>
              <a:t>Triaje</a:t>
            </a:r>
            <a:endParaRPr sz="900">
              <a:latin typeface="Arial"/>
              <a:ea typeface="Arial"/>
              <a:cs typeface="Arial"/>
            </a:endParaRPr>
          </a:p>
        </p:txBody>
      </p:sp>
    </p:spTree>
    <p:extLst>
      <p:ext uri="{BB962C8B-B14F-4D97-AF65-F5344CB8AC3E}">
        <p14:creationId xmlns:p14="http://schemas.microsoft.com/office/powerpoint/2010/main" val="16172143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43F66FF9-5885-4647-979E-BFCE09D7DCE3}"/>
              </a:ext>
            </a:extLst>
          </p:cNvPr>
          <p:cNvSpPr>
            <a:spLocks xmlns:a="http://schemas.openxmlformats.org/drawingml/2006/main" noGrp="1"/>
          </p:cNvSpPr>
          <p:nvPr/>
        </p:nvSpPr>
        <p:spPr>
          <a:xfrm xmlns:a="http://schemas.openxmlformats.org/drawingml/2006/main">
            <a:off x="133350" y="467319"/>
            <a:ext cx="8877300" cy="15316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Pacientes y doctores conservan los datos principales de las personas atendidas y del personal médico. En el esquema actual, el documento de identidad se almacena en el campo cedula.</a:t>
            </a:r>
          </a:p>
          <a:p xmlns:a="http://schemas.openxmlformats.org/drawingml/2006/main">
            <a:pPr algn="just">
              <a:buNone/>
            </a:pPr>
            <a:r>
              <a:t/>
            </a:r>
            <a:endParaRPr/>
          </a:p>
          <a:p xmlns:a="http://schemas.openxmlformats.org/drawingml/2006/main">
            <a:pPr algn="just">
              <a:buNone/>
            </a:pPr>
            <a:r>
              <a:t>Citas relaciona paciente, doctor, fecha, hora y estado. Historial clínico registra diagnóstico, tratamiento y signos vitales.</a:t>
            </a:r>
          </a:p>
          <a:p xmlns:a="http://schemas.openxmlformats.org/drawingml/2006/main">
            <a:pPr algn="just">
              <a:buNone/>
            </a:pPr>
            <a:r>
              <a:t/>
            </a:r>
            <a:endParaRPr/>
          </a:p>
          <a:p xmlns:a="http://schemas.openxmlformats.org/drawingml/2006/main">
            <a:pPr algn="just">
              <a:buNone/>
            </a:pPr>
            <a:r>
              <a:t>UsuarioDAO consulta usuarios activos, verifica el hash de la contraseña y actualiza la fecha del último acceso.</a:t>
            </a:r>
          </a:p>
        </p:txBody>
      </p:sp>
    </p:spTree>
    <p:extLst>
      <p:ext uri="{BB962C8B-B14F-4D97-AF65-F5344CB8AC3E}">
        <p14:creationId xmlns:p14="http://schemas.microsoft.com/office/powerpoint/2010/main" val="10441077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Text 2">
            <a:extLst xmlns:a="http://schemas.openxmlformats.org/drawingml/2006/main">
              <a:ext uri="{FF2B5EF4-FFF2-40B4-BE49-F238E27FC236}">
                <a16:creationId xmlns:a16="http://schemas.microsoft.com/office/drawing/2014/main" id="{3FEB9CB8-7215-40D8-9298-E1EE970E3740}"/>
              </a:ext>
            </a:extLst>
          </p:cNvPr>
          <p:cNvSpPr>
            <a:spLocks xmlns:a="http://schemas.openxmlformats.org/drawingml/2006/main" noGrp="1"/>
          </p:cNvSpPr>
          <p:nvPr/>
        </p:nvSpPr>
        <p:spPr>
          <a:xfrm xmlns:a="http://schemas.openxmlformats.org/drawingml/2006/main">
            <a:off x="400050" y="453771"/>
            <a:ext cx="2127024"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900" spc="101">
                <a:latin typeface="Arial"/>
                <a:ea typeface="Arial"/>
                <a:cs typeface="Arial"/>
              </a:rPr>
              <a:t>BLOQUE · BASE DE DATOS</a:t>
            </a:r>
            <a:endParaRPr sz="900">
              <a:latin typeface="Arial"/>
              <a:ea typeface="Arial"/>
              <a:cs typeface="Arial"/>
            </a:endParaRPr>
          </a:p>
        </p:txBody>
      </p:sp>
      <p:sp>
        <p:nvSpPr>
          <p:cNvPr id="9" name="Text 5">
            <a:extLst xmlns:a="http://schemas.openxmlformats.org/drawingml/2006/main">
              <a:ext uri="{FF2B5EF4-FFF2-40B4-BE49-F238E27FC236}">
                <a16:creationId xmlns:a16="http://schemas.microsoft.com/office/drawing/2014/main" id="{234B3594-45D9-46D0-AA75-E540585F2345}"/>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5"/>
              </a:lnSpc>
              <a:buNone/>
            </a:pPr>
            <a:r>
              <a:rPr sz="1100" b="1" spc="-34">
                <a:latin typeface="Arial"/>
                <a:ea typeface="Arial"/>
                <a:cs typeface="Arial"/>
              </a:rPr>
              <a:t>Justificación de decisiones de diseño</a:t>
            </a:r>
            <a:endParaRPr sz="1100">
              <a:latin typeface="Arial"/>
              <a:ea typeface="Arial"/>
              <a:cs typeface="Arial"/>
            </a:endParaRPr>
          </a:p>
        </p:txBody>
      </p:sp>
      <p:sp>
        <p:nvSpPr>
          <p:cNvPr id="10" name="Text 6">
            <a:extLst xmlns:a="http://schemas.openxmlformats.org/drawingml/2006/main">
              <a:ext uri="{FF2B5EF4-FFF2-40B4-BE49-F238E27FC236}">
                <a16:creationId xmlns:a16="http://schemas.microsoft.com/office/drawing/2014/main" id="{41F75B5F-F47A-4113-805D-EF3215E652C3}"/>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900">
              <a:latin typeface="Arial"/>
              <a:ea typeface="Arial"/>
              <a:cs typeface="Arial"/>
            </a:endParaRPr>
          </a:p>
        </p:txBody>
      </p:sp>
      <p:sp>
        <p:nvSpPr>
          <p:cNvPr id="12" name="Text 8">
            <a:extLst xmlns:a="http://schemas.openxmlformats.org/drawingml/2006/main">
              <a:ext uri="{FF2B5EF4-FFF2-40B4-BE49-F238E27FC236}">
                <a16:creationId xmlns:a16="http://schemas.microsoft.com/office/drawing/2014/main" id="{CAFE6716-0676-418D-9089-B83FD0DCC1E4}"/>
              </a:ext>
            </a:extLst>
          </p:cNvPr>
          <p:cNvSpPr>
            <a:spLocks xmlns:a="http://schemas.openxmlformats.org/drawingml/2006/main" noGrp="1"/>
          </p:cNvSpPr>
          <p:nvPr/>
        </p:nvSpPr>
        <p:spPr>
          <a:xfrm xmlns:a="http://schemas.openxmlformats.org/drawingml/2006/main">
            <a:off x="550069" y="1335881"/>
            <a:ext cx="2404988" cy="429768"/>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3150"/>
              </a:lnSpc>
              <a:buNone/>
            </a:pPr>
            <a:r>
              <a:rPr sz="3200" b="1" spc="-94">
                <a:latin typeface="Arial"/>
                <a:ea typeface="Arial"/>
                <a:cs typeface="Arial"/>
              </a:rPr>
              <a:t>01</a:t>
            </a:r>
            <a:endParaRPr sz="3200">
              <a:latin typeface="Arial"/>
              <a:ea typeface="Arial"/>
              <a:cs typeface="Arial"/>
            </a:endParaRPr>
          </a:p>
        </p:txBody>
      </p:sp>
      <p:sp>
        <p:nvSpPr>
          <p:cNvPr id="13" name="Text 9">
            <a:extLst xmlns:a="http://schemas.openxmlformats.org/drawingml/2006/main">
              <a:ext uri="{FF2B5EF4-FFF2-40B4-BE49-F238E27FC236}">
                <a16:creationId xmlns:a16="http://schemas.microsoft.com/office/drawing/2014/main" id="{68EA4EA6-8553-478A-878F-E117F1AB5E30}"/>
              </a:ext>
            </a:extLst>
          </p:cNvPr>
          <p:cNvSpPr>
            <a:spLocks xmlns:a="http://schemas.openxmlformats.org/drawingml/2006/main" noGrp="1"/>
          </p:cNvSpPr>
          <p:nvPr/>
        </p:nvSpPr>
        <p:spPr>
          <a:xfrm xmlns:a="http://schemas.openxmlformats.org/drawingml/2006/main">
            <a:off x="550069" y="1793081"/>
            <a:ext cx="2404988" cy="21216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547"/>
              </a:lnSpc>
              <a:buNone/>
            </a:pPr>
            <a:r>
              <a:rPr sz="900">
                <a:latin typeface="Arial"/>
                <a:ea typeface="Arial"/>
                <a:cs typeface="Arial"/>
              </a:rPr>
              <a:t>Identificadores de texto</a:t>
            </a:r>
            <a:endParaRPr sz="900">
              <a:latin typeface="Arial"/>
              <a:ea typeface="Arial"/>
              <a:cs typeface="Arial"/>
            </a:endParaRPr>
          </a:p>
        </p:txBody>
      </p:sp>
      <p:sp>
        <p:nvSpPr>
          <p:cNvPr id="14" name="Text 10">
            <a:extLst xmlns:a="http://schemas.openxmlformats.org/drawingml/2006/main">
              <a:ext uri="{FF2B5EF4-FFF2-40B4-BE49-F238E27FC236}">
                <a16:creationId xmlns:a16="http://schemas.microsoft.com/office/drawing/2014/main" id="{FD1DC1A5-21D2-406B-B03C-718F42031F79}"/>
              </a:ext>
            </a:extLst>
          </p:cNvPr>
          <p:cNvSpPr>
            <a:spLocks xmlns:a="http://schemas.openxmlformats.org/drawingml/2006/main" noGrp="1"/>
          </p:cNvSpPr>
          <p:nvPr/>
        </p:nvSpPr>
        <p:spPr>
          <a:xfrm xmlns:a="http://schemas.openxmlformats.org/drawingml/2006/main">
            <a:off x="550069" y="2046684"/>
            <a:ext cx="2404988" cy="4899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133"/>
              </a:lnSpc>
              <a:buNone/>
            </a:pPr>
            <a:r>
              <a:rPr sz="900">
                <a:latin typeface="Arial"/>
                <a:ea typeface="Arial"/>
                <a:cs typeface="Arial"/>
              </a:rPr>
              <a:t>El esquema usa varchar(36). El código actual genera correlativos con prefijos mediante IdGenerator.</a:t>
            </a:r>
            <a:endParaRPr sz="900">
              <a:latin typeface="Arial"/>
              <a:ea typeface="Arial"/>
              <a:cs typeface="Arial"/>
            </a:endParaRPr>
          </a:p>
        </p:txBody>
      </p:sp>
      <p:sp>
        <p:nvSpPr>
          <p:cNvPr id="15" name="Text 11">
            <a:extLst xmlns:a="http://schemas.openxmlformats.org/drawingml/2006/main">
              <a:ext uri="{FF2B5EF4-FFF2-40B4-BE49-F238E27FC236}">
                <a16:creationId xmlns:a16="http://schemas.microsoft.com/office/drawing/2014/main" id="{E7285B1C-8791-432F-960A-592B912F41E8}"/>
              </a:ext>
            </a:extLst>
          </p:cNvPr>
          <p:cNvSpPr>
            <a:spLocks xmlns:a="http://schemas.openxmlformats.org/drawingml/2006/main" noGrp="1"/>
          </p:cNvSpPr>
          <p:nvPr/>
        </p:nvSpPr>
        <p:spPr>
          <a:xfrm xmlns:a="http://schemas.openxmlformats.org/drawingml/2006/main">
            <a:off x="550069" y="2564048"/>
            <a:ext cx="2404988" cy="971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3"/>
              </a:lnSpc>
              <a:spcAft>
                <a:spcPts val="394"/>
              </a:spcAft>
              <a:buNone/>
            </a:pPr>
            <a:r>
              <a:rPr sz="900">
                <a:latin typeface="Arial"/>
                <a:ea typeface="Arial"/>
                <a:cs typeface="Arial"/>
              </a:rPr>
              <a:t>●  Ejemplos: pac-001, doc-001 y cita-001.</a:t>
            </a:r>
            <a:endParaRPr sz="900">
              <a:latin typeface="Arial"/>
              <a:ea typeface="Arial"/>
              <a:cs typeface="Arial"/>
            </a:endParaRPr>
          </a:p>
          <a:p xmlns:a="http://schemas.openxmlformats.org/drawingml/2006/main">
            <a:pPr marL="0" indent="0" algn="l">
              <a:lnSpc>
                <a:spcPts val="1133"/>
              </a:lnSpc>
              <a:spcAft>
                <a:spcPts val="394"/>
              </a:spcAft>
              <a:buNone/>
            </a:pPr>
            <a:r>
              <a:rPr sz="900">
                <a:latin typeface="Arial"/>
                <a:ea typeface="Arial"/>
                <a:cs typeface="Arial"/>
              </a:rPr>
              <a:t>●  El tipo varchar(36) no implica generar UUIDs.</a:t>
            </a:r>
          </a:p>
          <a:p xmlns:a="http://schemas.openxmlformats.org/drawingml/2006/main">
            <a:pPr marL="0" indent="0" algn="l">
              <a:lnSpc>
                <a:spcPts val="1133"/>
              </a:lnSpc>
              <a:spcAft>
                <a:spcPts val="394"/>
              </a:spcAft>
              <a:buNone/>
            </a:pPr>
            <a:r>
              <a:rPr sz="900">
                <a:latin typeface="Arial"/>
                <a:ea typeface="Arial"/>
                <a:cs typeface="Arial"/>
              </a:rPr>
              <a:t>●  La concurrencia de MAX + 1 requiere revisión.</a:t>
            </a:r>
          </a:p>
        </p:txBody>
      </p:sp>
      <p:sp>
        <p:nvSpPr>
          <p:cNvPr id="17" name="Text 13">
            <a:extLst xmlns:a="http://schemas.openxmlformats.org/drawingml/2006/main">
              <a:ext uri="{FF2B5EF4-FFF2-40B4-BE49-F238E27FC236}">
                <a16:creationId xmlns:a16="http://schemas.microsoft.com/office/drawing/2014/main" id="{3F768819-16BB-4A90-82B8-B523B1B9ED26}"/>
              </a:ext>
            </a:extLst>
          </p:cNvPr>
          <p:cNvSpPr>
            <a:spLocks xmlns:a="http://schemas.openxmlformats.org/drawingml/2006/main" noGrp="1"/>
          </p:cNvSpPr>
          <p:nvPr/>
        </p:nvSpPr>
        <p:spPr>
          <a:xfrm xmlns:a="http://schemas.openxmlformats.org/drawingml/2006/main">
            <a:off x="3369394" y="1335881"/>
            <a:ext cx="2405100" cy="429768"/>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3150"/>
              </a:lnSpc>
              <a:buNone/>
            </a:pPr>
            <a:r>
              <a:rPr sz="3200" b="1" spc="-94">
                <a:latin typeface="Arial"/>
                <a:ea typeface="Arial"/>
                <a:cs typeface="Arial"/>
              </a:rPr>
              <a:t>02</a:t>
            </a:r>
            <a:endParaRPr sz="3200">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E32103DE-5325-4918-98B7-92FAA6979443}"/>
              </a:ext>
            </a:extLst>
          </p:cNvPr>
          <p:cNvSpPr>
            <a:spLocks xmlns:a="http://schemas.openxmlformats.org/drawingml/2006/main" noGrp="1"/>
          </p:cNvSpPr>
          <p:nvPr/>
        </p:nvSpPr>
        <p:spPr>
          <a:xfrm xmlns:a="http://schemas.openxmlformats.org/drawingml/2006/main">
            <a:off x="3369394" y="1793081"/>
            <a:ext cx="2514828" cy="2121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47"/>
              </a:lnSpc>
              <a:buNone/>
            </a:pPr>
            <a:r>
              <a:rPr sz="900">
                <a:latin typeface="Arial"/>
                <a:ea typeface="Arial"/>
                <a:cs typeface="Arial"/>
              </a:rPr>
              <a:t>Optimización </a:t>
            </a:r>
            <a:r>
              <a:rPr sz="900">
                <a:latin typeface="Arial"/>
                <a:ea typeface="Arial"/>
                <a:cs typeface="Arial"/>
              </a:rPr>
              <a:t>text vs varchar</a:t>
            </a:r>
            <a:endParaRPr sz="900">
              <a:latin typeface="Arial"/>
              <a:ea typeface="Arial"/>
              <a:cs typeface="Arial"/>
            </a:endParaRPr>
          </a:p>
        </p:txBody>
      </p:sp>
      <p:sp>
        <p:nvSpPr>
          <p:cNvPr id="19" name="Text 15">
            <a:extLst xmlns:a="http://schemas.openxmlformats.org/drawingml/2006/main">
              <a:ext uri="{FF2B5EF4-FFF2-40B4-BE49-F238E27FC236}">
                <a16:creationId xmlns:a16="http://schemas.microsoft.com/office/drawing/2014/main" id="{0F6F94DE-EC2D-49D2-BEEB-AD2116B41355}"/>
              </a:ext>
            </a:extLst>
          </p:cNvPr>
          <p:cNvSpPr>
            <a:spLocks xmlns:a="http://schemas.openxmlformats.org/drawingml/2006/main" noGrp="1"/>
          </p:cNvSpPr>
          <p:nvPr/>
        </p:nvSpPr>
        <p:spPr>
          <a:xfrm xmlns:a="http://schemas.openxmlformats.org/drawingml/2006/main">
            <a:off x="3369394" y="2046684"/>
            <a:ext cx="2405100" cy="3399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3"/>
              </a:lnSpc>
              <a:buNone/>
            </a:pPr>
            <a:r>
              <a:rPr sz="900">
                <a:latin typeface="Arial"/>
                <a:ea typeface="Arial"/>
                <a:cs typeface="Arial"/>
              </a:rPr>
              <a:t>Diferenciación por naturaleza del dato: </a:t>
            </a:r>
            <a:r>
              <a:rPr sz="900">
                <a:latin typeface="Arial"/>
                <a:ea typeface="Arial"/>
                <a:cs typeface="Arial"/>
              </a:rPr>
              <a:t>varchar</a:t>
            </a:r>
            <a:r>
              <a:rPr sz="900">
                <a:latin typeface="Arial"/>
                <a:ea typeface="Arial"/>
                <a:cs typeface="Arial"/>
              </a:rPr>
              <a:t> para campos con límite claro, </a:t>
            </a:r>
            <a:r>
              <a:rPr sz="900">
                <a:latin typeface="Arial"/>
                <a:ea typeface="Arial"/>
                <a:cs typeface="Arial"/>
              </a:rPr>
              <a:t>text</a:t>
            </a:r>
            <a:r>
              <a:rPr sz="900">
                <a:latin typeface="Arial"/>
                <a:ea typeface="Arial"/>
                <a:cs typeface="Arial"/>
              </a:rPr>
              <a:t> para contenido variable.</a:t>
            </a:r>
            <a:endParaRPr sz="900">
              <a:latin typeface="Arial"/>
              <a:ea typeface="Arial"/>
              <a:cs typeface="Arial"/>
            </a:endParaRPr>
          </a:p>
        </p:txBody>
      </p:sp>
      <p:sp>
        <p:nvSpPr>
          <p:cNvPr id="20" name="Text 16">
            <a:extLst xmlns:a="http://schemas.openxmlformats.org/drawingml/2006/main">
              <a:ext uri="{FF2B5EF4-FFF2-40B4-BE49-F238E27FC236}">
                <a16:creationId xmlns:a16="http://schemas.microsoft.com/office/drawing/2014/main" id="{3494ABD2-B560-466C-A36A-976B5577BF4F}"/>
              </a:ext>
            </a:extLst>
          </p:cNvPr>
          <p:cNvSpPr>
            <a:spLocks xmlns:a="http://schemas.openxmlformats.org/drawingml/2006/main" noGrp="1"/>
          </p:cNvSpPr>
          <p:nvPr/>
        </p:nvSpPr>
        <p:spPr>
          <a:xfrm xmlns:a="http://schemas.openxmlformats.org/drawingml/2006/main">
            <a:off x="3369394" y="2420169"/>
            <a:ext cx="2405100" cy="971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3"/>
              </a:lnSpc>
              <a:spcAft>
                <a:spcPts val="394"/>
              </a:spcAft>
              <a:buNone/>
            </a:pPr>
            <a:r>
              <a:rPr sz="900">
                <a:latin typeface="Arial"/>
                <a:ea typeface="Arial"/>
                <a:cs typeface="Arial"/>
              </a:rPr>
              <a:t>●  varchar con longitud definida: DNI, teléfono, rol, estado.</a:t>
            </a:r>
            <a:endParaRPr sz="900">
              <a:latin typeface="Arial"/>
              <a:ea typeface="Arial"/>
              <a:cs typeface="Arial"/>
            </a:endParaRPr>
          </a:p>
          <a:p xmlns:a="http://schemas.openxmlformats.org/drawingml/2006/main">
            <a:pPr marL="0" indent="0" algn="l">
              <a:lnSpc>
                <a:spcPts val="1133"/>
              </a:lnSpc>
              <a:spcAft>
                <a:spcPts val="394"/>
              </a:spcAft>
              <a:buNone/>
            </a:pPr>
            <a:r>
              <a:rPr sz="900">
                <a:latin typeface="Arial"/>
                <a:ea typeface="Arial"/>
                <a:cs typeface="Arial"/>
              </a:rPr>
              <a:t>●  text para observaciones médicas, alergias y diagnósticos descriptivos.</a:t>
            </a:r>
            <a:endParaRPr sz="900">
              <a:latin typeface="Arial"/>
              <a:ea typeface="Arial"/>
              <a:cs typeface="Arial"/>
            </a:endParaRPr>
          </a:p>
          <a:p xmlns:a="http://schemas.openxmlformats.org/drawingml/2006/main">
            <a:pPr marL="0" indent="0" algn="l">
              <a:lnSpc>
                <a:spcPts val="1133"/>
              </a:lnSpc>
              <a:spcAft>
                <a:spcPts val="394"/>
              </a:spcAft>
              <a:buNone/>
            </a:pPr>
            <a:r>
              <a:rPr sz="900">
                <a:latin typeface="Arial"/>
                <a:ea typeface="Arial"/>
                <a:cs typeface="Arial"/>
              </a:rPr>
              <a:t>●  PostgreSQL gestiona valores grandes con TOAST.</a:t>
            </a:r>
            <a:endParaRPr sz="900">
              <a:latin typeface="Arial"/>
              <a:ea typeface="Arial"/>
              <a:cs typeface="Arial"/>
            </a:endParaRPr>
          </a:p>
        </p:txBody>
      </p:sp>
      <p:sp>
        <p:nvSpPr>
          <p:cNvPr id="22" name="Text 18">
            <a:extLst xmlns:a="http://schemas.openxmlformats.org/drawingml/2006/main">
              <a:ext uri="{FF2B5EF4-FFF2-40B4-BE49-F238E27FC236}">
                <a16:creationId xmlns:a16="http://schemas.microsoft.com/office/drawing/2014/main" id="{905CE79F-36CA-4BDB-AC01-65E3CB769242}"/>
              </a:ext>
            </a:extLst>
          </p:cNvPr>
          <p:cNvSpPr>
            <a:spLocks xmlns:a="http://schemas.openxmlformats.org/drawingml/2006/main" noGrp="1"/>
          </p:cNvSpPr>
          <p:nvPr/>
        </p:nvSpPr>
        <p:spPr>
          <a:xfrm xmlns:a="http://schemas.openxmlformats.org/drawingml/2006/main">
            <a:off x="6188832" y="1335881"/>
            <a:ext cx="2404988" cy="429768"/>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3150"/>
              </a:lnSpc>
              <a:buNone/>
            </a:pPr>
            <a:r>
              <a:rPr sz="3200" b="1" spc="-94">
                <a:latin typeface="Arial"/>
                <a:ea typeface="Arial"/>
                <a:cs typeface="Arial"/>
              </a:rPr>
              <a:t>03</a:t>
            </a:r>
            <a:endParaRPr sz="3200">
              <a:latin typeface="Arial"/>
              <a:ea typeface="Arial"/>
              <a:cs typeface="Arial"/>
            </a:endParaRPr>
          </a:p>
        </p:txBody>
      </p:sp>
      <p:sp>
        <p:nvSpPr>
          <p:cNvPr id="23" name="Text 19">
            <a:extLst xmlns:a="http://schemas.openxmlformats.org/drawingml/2006/main">
              <a:ext uri="{FF2B5EF4-FFF2-40B4-BE49-F238E27FC236}">
                <a16:creationId xmlns:a16="http://schemas.microsoft.com/office/drawing/2014/main" id="{1A72AFEA-BB5F-4889-AE8E-2F2D7766B0E3}"/>
              </a:ext>
            </a:extLst>
          </p:cNvPr>
          <p:cNvSpPr>
            <a:spLocks xmlns:a="http://schemas.openxmlformats.org/drawingml/2006/main" noGrp="1"/>
          </p:cNvSpPr>
          <p:nvPr/>
        </p:nvSpPr>
        <p:spPr>
          <a:xfrm xmlns:a="http://schemas.openxmlformats.org/drawingml/2006/main">
            <a:off x="6188832" y="1793081"/>
            <a:ext cx="2404988" cy="21216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547"/>
              </a:lnSpc>
              <a:buNone/>
            </a:pPr>
            <a:r>
              <a:rPr sz="900">
                <a:latin typeface="Arial"/>
                <a:ea typeface="Arial"/>
                <a:cs typeface="Arial"/>
              </a:rPr>
              <a:t>Upsert concurrente</a:t>
            </a:r>
            <a:endParaRPr sz="900">
              <a:latin typeface="Arial"/>
              <a:ea typeface="Arial"/>
              <a:cs typeface="Arial"/>
            </a:endParaRPr>
          </a:p>
        </p:txBody>
      </p:sp>
      <p:sp>
        <p:nvSpPr>
          <p:cNvPr id="24" name="Text 20">
            <a:extLst xmlns:a="http://schemas.openxmlformats.org/drawingml/2006/main">
              <a:ext uri="{FF2B5EF4-FFF2-40B4-BE49-F238E27FC236}">
                <a16:creationId xmlns:a16="http://schemas.microsoft.com/office/drawing/2014/main" id="{78436A34-D004-43DB-80E4-996F93BB3BF1}"/>
              </a:ext>
            </a:extLst>
          </p:cNvPr>
          <p:cNvSpPr>
            <a:spLocks xmlns:a="http://schemas.openxmlformats.org/drawingml/2006/main" noGrp="1"/>
          </p:cNvSpPr>
          <p:nvPr/>
        </p:nvSpPr>
        <p:spPr>
          <a:xfrm xmlns:a="http://schemas.openxmlformats.org/drawingml/2006/main">
            <a:off x="6188832" y="2046684"/>
            <a:ext cx="2404988" cy="3399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3"/>
              </a:lnSpc>
              <a:buNone/>
            </a:pPr>
            <a:r>
              <a:rPr sz="900">
                <a:latin typeface="Arial"/>
                <a:ea typeface="Arial"/>
                <a:cs typeface="Arial"/>
              </a:rPr>
              <a:t>Uso de </a:t>
            </a:r>
            <a:r>
              <a:rPr sz="900">
                <a:latin typeface="Arial"/>
                <a:ea typeface="Arial"/>
                <a:cs typeface="Arial"/>
              </a:rPr>
              <a:t>ON CONFLICT (...) DO UPDATE</a:t>
            </a:r>
            <a:r>
              <a:rPr sz="900">
                <a:latin typeface="Arial"/>
                <a:ea typeface="Arial"/>
                <a:cs typeface="Arial"/>
              </a:rPr>
              <a:t> para operaciones de sincronización.</a:t>
            </a:r>
            <a:endParaRPr sz="900">
              <a:latin typeface="Arial"/>
              <a:ea typeface="Arial"/>
              <a:cs typeface="Arial"/>
            </a:endParaRPr>
          </a:p>
        </p:txBody>
      </p:sp>
      <p:sp>
        <p:nvSpPr>
          <p:cNvPr id="25" name="Text 21">
            <a:extLst xmlns:a="http://schemas.openxmlformats.org/drawingml/2006/main">
              <a:ext uri="{FF2B5EF4-FFF2-40B4-BE49-F238E27FC236}">
                <a16:creationId xmlns:a16="http://schemas.microsoft.com/office/drawing/2014/main" id="{A69A6873-D399-4BB0-8D82-FCB17B2D08C2}"/>
              </a:ext>
            </a:extLst>
          </p:cNvPr>
          <p:cNvSpPr>
            <a:spLocks xmlns:a="http://schemas.openxmlformats.org/drawingml/2006/main" noGrp="1"/>
          </p:cNvSpPr>
          <p:nvPr/>
        </p:nvSpPr>
        <p:spPr>
          <a:xfrm xmlns:a="http://schemas.openxmlformats.org/drawingml/2006/main">
            <a:off x="6188832" y="2420169"/>
            <a:ext cx="2404988" cy="6665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33"/>
              </a:lnSpc>
              <a:spcAft>
                <a:spcPts val="394"/>
              </a:spcAft>
              <a:buNone/>
            </a:pPr>
            <a:r>
              <a:rPr sz="900">
                <a:latin typeface="Arial"/>
                <a:ea typeface="Arial"/>
                <a:cs typeface="Arial"/>
              </a:rPr>
              <a:t>●  Inserta si no existe; actualiza si ya está almacenado.</a:t>
            </a:r>
            <a:endParaRPr sz="900">
              <a:latin typeface="Arial"/>
              <a:ea typeface="Arial"/>
              <a:cs typeface="Arial"/>
            </a:endParaRPr>
          </a:p>
          <a:p xmlns:a="http://schemas.openxmlformats.org/drawingml/2006/main">
            <a:pPr marL="0" indent="0" algn="l">
              <a:lnSpc>
                <a:spcPts val="1133"/>
              </a:lnSpc>
              <a:spcAft>
                <a:spcPts val="394"/>
              </a:spcAft>
              <a:buNone/>
            </a:pPr>
            <a:r>
              <a:rPr sz="900">
                <a:latin typeface="Arial"/>
                <a:ea typeface="Arial"/>
                <a:cs typeface="Arial"/>
              </a:rPr>
              <a:t>●  Simplifica la lógica de aplicación.</a:t>
            </a:r>
            <a:endParaRPr sz="900">
              <a:latin typeface="Arial"/>
              <a:ea typeface="Arial"/>
              <a:cs typeface="Arial"/>
            </a:endParaRPr>
          </a:p>
          <a:p xmlns:a="http://schemas.openxmlformats.org/drawingml/2006/main">
            <a:pPr marL="0" indent="0" algn="l">
              <a:lnSpc>
                <a:spcPts val="1133"/>
              </a:lnSpc>
              <a:spcAft>
                <a:spcPts val="394"/>
              </a:spcAft>
              <a:buNone/>
            </a:pPr>
            <a:r>
              <a:rPr sz="900">
                <a:latin typeface="Arial"/>
                <a:ea typeface="Arial"/>
                <a:cs typeface="Arial"/>
              </a:rPr>
              <a:t>●  Mantiene atomicidad sin bloqueos generales de tablas.</a:t>
            </a:r>
            <a:endParaRPr sz="900">
              <a:latin typeface="Arial"/>
              <a:ea typeface="Arial"/>
              <a:cs typeface="Arial"/>
            </a:endParaRPr>
          </a:p>
        </p:txBody>
      </p:sp>
      <p:sp>
        <p:nvSpPr>
          <p:cNvPr id="27" name="Text 23">
            <a:extLst xmlns:a="http://schemas.openxmlformats.org/drawingml/2006/main">
              <a:ext uri="{FF2B5EF4-FFF2-40B4-BE49-F238E27FC236}">
                <a16:creationId xmlns:a16="http://schemas.microsoft.com/office/drawing/2014/main" id="{CDBB98F3-68BC-43AF-84B3-47E54E8F7768}"/>
              </a:ext>
            </a:extLst>
          </p:cNvPr>
          <p:cNvSpPr>
            <a:spLocks xmlns:a="http://schemas.openxmlformats.org/drawingml/2006/main" noGrp="1"/>
          </p:cNvSpPr>
          <p:nvPr/>
        </p:nvSpPr>
        <p:spPr>
          <a:xfrm xmlns:a="http://schemas.openxmlformats.org/drawingml/2006/main">
            <a:off x="535781" y="3804940"/>
            <a:ext cx="4600575"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900" b="1" spc="81">
                <a:latin typeface="Arial"/>
                <a:ea typeface="Arial"/>
                <a:cs typeface="Arial"/>
              </a:rPr>
              <a:t>OBJETIVOS DEL DISEÑO</a:t>
            </a:r>
            <a:endParaRPr sz="900">
              <a:latin typeface="Arial"/>
              <a:ea typeface="Arial"/>
              <a:cs typeface="Arial"/>
            </a:endParaRPr>
          </a:p>
        </p:txBody>
      </p:sp>
      <p:sp>
        <p:nvSpPr>
          <p:cNvPr id="29" name="Text 25">
            <a:extLst xmlns:a="http://schemas.openxmlformats.org/drawingml/2006/main">
              <a:ext uri="{FF2B5EF4-FFF2-40B4-BE49-F238E27FC236}">
                <a16:creationId xmlns:a16="http://schemas.microsoft.com/office/drawing/2014/main" id="{C417FD13-35F4-439A-9E2B-41263B6D9BCB}"/>
              </a:ext>
            </a:extLst>
          </p:cNvPr>
          <p:cNvSpPr>
            <a:spLocks xmlns:a="http://schemas.openxmlformats.org/drawingml/2006/main" noGrp="1"/>
          </p:cNvSpPr>
          <p:nvPr/>
        </p:nvSpPr>
        <p:spPr>
          <a:xfrm xmlns:a="http://schemas.openxmlformats.org/drawingml/2006/main">
            <a:off x="5386388" y="3812084"/>
            <a:ext cx="521494"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900">
                <a:latin typeface="Arial"/>
                <a:ea typeface="Arial"/>
                <a:cs typeface="Arial"/>
              </a:rPr>
              <a:t>Seguridad</a:t>
            </a:r>
            <a:endParaRPr sz="900">
              <a:latin typeface="Arial"/>
              <a:ea typeface="Arial"/>
              <a:cs typeface="Arial"/>
            </a:endParaRPr>
          </a:p>
        </p:txBody>
      </p:sp>
      <p:sp>
        <p:nvSpPr>
          <p:cNvPr id="30" name="Text 26">
            <a:extLst xmlns:a="http://schemas.openxmlformats.org/drawingml/2006/main">
              <a:ext uri="{FF2B5EF4-FFF2-40B4-BE49-F238E27FC236}">
                <a16:creationId xmlns:a16="http://schemas.microsoft.com/office/drawing/2014/main" id="{C9B6FE82-7897-4EED-89AA-B41CA1C4D181}"/>
              </a:ext>
            </a:extLst>
          </p:cNvPr>
          <p:cNvSpPr>
            <a:spLocks xmlns:a="http://schemas.openxmlformats.org/drawingml/2006/main" noGrp="1"/>
          </p:cNvSpPr>
          <p:nvPr/>
        </p:nvSpPr>
        <p:spPr>
          <a:xfrm xmlns:a="http://schemas.openxmlformats.org/drawingml/2006/main">
            <a:off x="5243513" y="3819227"/>
            <a:ext cx="100013" cy="10001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a:latin typeface="Arial"/>
                <a:ea typeface="Arial"/>
                <a:cs typeface="Arial"/>
              </a:rPr>
              <a:t>✓</a:t>
            </a:r>
            <a:endParaRPr sz="900">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A6898C91-A929-4846-93F2-AC0392AA5FF2}"/>
              </a:ext>
            </a:extLst>
          </p:cNvPr>
          <p:cNvSpPr>
            <a:spLocks xmlns:a="http://schemas.openxmlformats.org/drawingml/2006/main" noGrp="1"/>
          </p:cNvSpPr>
          <p:nvPr/>
        </p:nvSpPr>
        <p:spPr>
          <a:xfrm xmlns:a="http://schemas.openxmlformats.org/drawingml/2006/main">
            <a:off x="6185602" y="3812084"/>
            <a:ext cx="566128"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900">
                <a:latin typeface="Arial"/>
                <a:ea typeface="Arial"/>
                <a:cs typeface="Arial"/>
              </a:rPr>
              <a:t>Integridad</a:t>
            </a:r>
            <a:endParaRPr sz="900">
              <a:latin typeface="Arial"/>
              <a:ea typeface="Arial"/>
              <a:cs typeface="Arial"/>
            </a:endParaRPr>
          </a:p>
        </p:txBody>
      </p:sp>
      <p:sp>
        <p:nvSpPr>
          <p:cNvPr id="33" name="Text 29">
            <a:extLst xmlns:a="http://schemas.openxmlformats.org/drawingml/2006/main">
              <a:ext uri="{FF2B5EF4-FFF2-40B4-BE49-F238E27FC236}">
                <a16:creationId xmlns:a16="http://schemas.microsoft.com/office/drawing/2014/main" id="{A435C39A-9203-4596-92C3-79D48AA11D04}"/>
              </a:ext>
            </a:extLst>
          </p:cNvPr>
          <p:cNvSpPr>
            <a:spLocks xmlns:a="http://schemas.openxmlformats.org/drawingml/2006/main" noGrp="1"/>
          </p:cNvSpPr>
          <p:nvPr/>
        </p:nvSpPr>
        <p:spPr>
          <a:xfrm xmlns:a="http://schemas.openxmlformats.org/drawingml/2006/main">
            <a:off x="6043613" y="3819227"/>
            <a:ext cx="100013" cy="10001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a:latin typeface="Arial"/>
                <a:ea typeface="Arial"/>
                <a:cs typeface="Arial"/>
              </a:rPr>
              <a:t>✓</a:t>
            </a:r>
            <a:endParaRPr sz="900">
              <a:latin typeface="Arial"/>
              <a:ea typeface="Arial"/>
              <a:cs typeface="Arial"/>
            </a:endParaRPr>
          </a:p>
        </p:txBody>
      </p:sp>
      <p:sp>
        <p:nvSpPr>
          <p:cNvPr id="35" name="Text 31">
            <a:extLst xmlns:a="http://schemas.openxmlformats.org/drawingml/2006/main">
              <a:ext uri="{FF2B5EF4-FFF2-40B4-BE49-F238E27FC236}">
                <a16:creationId xmlns:a16="http://schemas.microsoft.com/office/drawing/2014/main" id="{7CFFB009-50B8-4B4F-BABA-3609AC2BAD06}"/>
              </a:ext>
            </a:extLst>
          </p:cNvPr>
          <p:cNvSpPr>
            <a:spLocks xmlns:a="http://schemas.openxmlformats.org/drawingml/2006/main" noGrp="1"/>
          </p:cNvSpPr>
          <p:nvPr/>
        </p:nvSpPr>
        <p:spPr>
          <a:xfrm xmlns:a="http://schemas.openxmlformats.org/drawingml/2006/main">
            <a:off x="7023695" y="3812084"/>
            <a:ext cx="618729"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900">
                <a:latin typeface="Arial"/>
                <a:ea typeface="Arial"/>
                <a:cs typeface="Arial"/>
              </a:rPr>
              <a:t>Rendimiento</a:t>
            </a:r>
            <a:endParaRPr sz="900">
              <a:latin typeface="Arial"/>
              <a:ea typeface="Arial"/>
              <a:cs typeface="Arial"/>
            </a:endParaRPr>
          </a:p>
        </p:txBody>
      </p:sp>
      <p:sp>
        <p:nvSpPr>
          <p:cNvPr id="36" name="Text 32">
            <a:extLst xmlns:a="http://schemas.openxmlformats.org/drawingml/2006/main">
              <a:ext uri="{FF2B5EF4-FFF2-40B4-BE49-F238E27FC236}">
                <a16:creationId xmlns:a16="http://schemas.microsoft.com/office/drawing/2014/main" id="{7808D5CF-0444-45B9-924C-EEFBC89E6964}"/>
              </a:ext>
            </a:extLst>
          </p:cNvPr>
          <p:cNvSpPr>
            <a:spLocks xmlns:a="http://schemas.openxmlformats.org/drawingml/2006/main" noGrp="1"/>
          </p:cNvSpPr>
          <p:nvPr/>
        </p:nvSpPr>
        <p:spPr>
          <a:xfrm xmlns:a="http://schemas.openxmlformats.org/drawingml/2006/main">
            <a:off x="6886575" y="3819227"/>
            <a:ext cx="100013" cy="10001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a:latin typeface="Arial"/>
                <a:ea typeface="Arial"/>
                <a:cs typeface="Arial"/>
              </a:rPr>
              <a:t>✓</a:t>
            </a:r>
            <a:endParaRPr sz="900">
              <a:latin typeface="Arial"/>
              <a:ea typeface="Arial"/>
              <a:cs typeface="Arial"/>
            </a:endParaRPr>
          </a:p>
        </p:txBody>
      </p:sp>
    </p:spTree>
    <p:extLst>
      <p:ext uri="{BB962C8B-B14F-4D97-AF65-F5344CB8AC3E}">
        <p14:creationId xmlns:p14="http://schemas.microsoft.com/office/powerpoint/2010/main" val="19182123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DE2A1E0A-7AE6-4E66-A83F-1897C49DFFB4}"/>
              </a:ext>
            </a:extLst>
          </p:cNvPr>
          <p:cNvSpPr>
            <a:spLocks xmlns:a="http://schemas.openxmlformats.org/drawingml/2006/main" noGrp="1"/>
          </p:cNvSpPr>
          <p:nvPr/>
        </p:nvSpPr>
        <p:spPr>
          <a:xfrm xmlns:a="http://schemas.openxmlformats.org/drawingml/2006/main">
            <a:off x="357187" y="664458"/>
            <a:ext cx="8429625" cy="15316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Los identificadores actuales utilizan prefijos y un número correlativo generado por IdGenerator. El esquema conserva columnas varchar(36), pero esto no significa que el código genere UUIDs.</a:t>
            </a:r>
          </a:p>
          <a:p xmlns:a="http://schemas.openxmlformats.org/drawingml/2006/main">
            <a:pPr algn="just">
              <a:buNone/>
            </a:pPr>
            <a:r>
              <a:t/>
            </a:r>
            <a:endParaRPr/>
          </a:p>
          <a:p xmlns:a="http://schemas.openxmlformats.org/drawingml/2006/main">
            <a:pPr algn="just">
              <a:buNone/>
            </a:pPr>
            <a:r>
              <a:t>Los campos descriptivos emplean text y los valores con límites definidos utilizan varchar. El script SQL también utiliza ON CONFLICT para inicializar o actualizar usuarios.</a:t>
            </a:r>
          </a:p>
          <a:p xmlns:a="http://schemas.openxmlformats.org/drawingml/2006/main">
            <a:pPr algn="just">
              <a:buNone/>
            </a:pPr>
            <a:r>
              <a:t/>
            </a:r>
            <a:endParaRPr/>
          </a:p>
          <a:p xmlns:a="http://schemas.openxmlformats.org/drawingml/2006/main">
            <a:pPr algn="just">
              <a:buNone/>
            </a:pPr>
            <a:r>
              <a:t>La generación de identificadores con MAX + 1 requiere una mejora para operaciones concurrentes.</a:t>
            </a:r>
          </a:p>
        </p:txBody>
      </p:sp>
    </p:spTree>
    <p:extLst>
      <p:ext uri="{BB962C8B-B14F-4D97-AF65-F5344CB8AC3E}">
        <p14:creationId xmlns:p14="http://schemas.microsoft.com/office/powerpoint/2010/main" val="9445824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Shape 0">
            <a:extLst xmlns:a="http://schemas.openxmlformats.org/drawingml/2006/main">
              <a:ext uri="{FF2B5EF4-FFF2-40B4-BE49-F238E27FC236}">
                <a16:creationId xmlns:a16="http://schemas.microsoft.com/office/drawing/2014/main" id="{D90F1011-6211-434A-8F47-5535AF5D8DB3}"/>
              </a:ext>
            </a:extLst>
          </p:cNvPr>
          <p:cNvSpPr>
            <a:spLocks xmlns:a="http://schemas.openxmlformats.org/drawingml/2006/main" noGrp="1"/>
          </p:cNvSpPr>
          <p:nvPr/>
        </p:nvSpPr>
        <p:spPr>
          <a:xfrm xmlns:a="http://schemas.openxmlformats.org/drawingml/2006/main">
            <a:off x="500063" y="1655564"/>
            <a:ext cx="1251496"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5" name="Shape 1">
            <a:extLst xmlns:a="http://schemas.openxmlformats.org/drawingml/2006/main">
              <a:ext uri="{FF2B5EF4-FFF2-40B4-BE49-F238E27FC236}">
                <a16:creationId xmlns:a16="http://schemas.microsoft.com/office/drawing/2014/main" id="{2C4DC256-20A7-4745-84F9-7865F90F399D}"/>
              </a:ext>
            </a:extLst>
          </p:cNvPr>
          <p:cNvSpPr>
            <a:spLocks xmlns:a="http://schemas.openxmlformats.org/drawingml/2006/main" noGrp="1"/>
          </p:cNvSpPr>
          <p:nvPr/>
        </p:nvSpPr>
        <p:spPr>
          <a:xfrm xmlns:a="http://schemas.openxmlformats.org/drawingml/2006/main">
            <a:off x="2037308" y="1655564"/>
            <a:ext cx="1251607"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6" name="Shape 2">
            <a:extLst xmlns:a="http://schemas.openxmlformats.org/drawingml/2006/main">
              <a:ext uri="{FF2B5EF4-FFF2-40B4-BE49-F238E27FC236}">
                <a16:creationId xmlns:a16="http://schemas.microsoft.com/office/drawing/2014/main" id="{4547F791-1396-4CCE-B3EF-A3291DFEF91F}"/>
              </a:ext>
            </a:extLst>
          </p:cNvPr>
          <p:cNvSpPr>
            <a:spLocks xmlns:a="http://schemas.openxmlformats.org/drawingml/2006/main" noGrp="1"/>
          </p:cNvSpPr>
          <p:nvPr/>
        </p:nvSpPr>
        <p:spPr>
          <a:xfrm xmlns:a="http://schemas.openxmlformats.org/drawingml/2006/main">
            <a:off x="3574666" y="1655564"/>
            <a:ext cx="1251607"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7" name="Shape 3">
            <a:extLst xmlns:a="http://schemas.openxmlformats.org/drawingml/2006/main">
              <a:ext uri="{FF2B5EF4-FFF2-40B4-BE49-F238E27FC236}">
                <a16:creationId xmlns:a16="http://schemas.microsoft.com/office/drawing/2014/main" id="{88B801D3-D710-47E9-82E3-A4B1DF89B1D9}"/>
              </a:ext>
            </a:extLst>
          </p:cNvPr>
          <p:cNvSpPr>
            <a:spLocks xmlns:a="http://schemas.openxmlformats.org/drawingml/2006/main" noGrp="1"/>
          </p:cNvSpPr>
          <p:nvPr/>
        </p:nvSpPr>
        <p:spPr>
          <a:xfrm xmlns:a="http://schemas.openxmlformats.org/drawingml/2006/main">
            <a:off x="500063" y="3614068"/>
            <a:ext cx="1251496"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8" name="Shape 4">
            <a:extLst xmlns:a="http://schemas.openxmlformats.org/drawingml/2006/main">
              <a:ext uri="{FF2B5EF4-FFF2-40B4-BE49-F238E27FC236}">
                <a16:creationId xmlns:a16="http://schemas.microsoft.com/office/drawing/2014/main" id="{AC7CB019-EE77-4D1E-BDD6-A55E71CDBAE3}"/>
              </a:ext>
            </a:extLst>
          </p:cNvPr>
          <p:cNvSpPr>
            <a:spLocks xmlns:a="http://schemas.openxmlformats.org/drawingml/2006/main" noGrp="1"/>
          </p:cNvSpPr>
          <p:nvPr/>
        </p:nvSpPr>
        <p:spPr>
          <a:xfrm xmlns:a="http://schemas.openxmlformats.org/drawingml/2006/main">
            <a:off x="2037308" y="3614068"/>
            <a:ext cx="1251607"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9" name="Shape 5">
            <a:extLst xmlns:a="http://schemas.openxmlformats.org/drawingml/2006/main">
              <a:ext uri="{FF2B5EF4-FFF2-40B4-BE49-F238E27FC236}">
                <a16:creationId xmlns:a16="http://schemas.microsoft.com/office/drawing/2014/main" id="{F0C5599D-968E-45D1-84EE-7014ACB485F0}"/>
              </a:ext>
            </a:extLst>
          </p:cNvPr>
          <p:cNvSpPr>
            <a:spLocks xmlns:a="http://schemas.openxmlformats.org/drawingml/2006/main" noGrp="1"/>
          </p:cNvSpPr>
          <p:nvPr/>
        </p:nvSpPr>
        <p:spPr>
          <a:xfrm xmlns:a="http://schemas.openxmlformats.org/drawingml/2006/main">
            <a:off x="3574666" y="3614068"/>
            <a:ext cx="1251607"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10" name="Shape 6">
            <a:extLst xmlns:a="http://schemas.openxmlformats.org/drawingml/2006/main">
              <a:ext uri="{FF2B5EF4-FFF2-40B4-BE49-F238E27FC236}">
                <a16:creationId xmlns:a16="http://schemas.microsoft.com/office/drawing/2014/main" id="{E6F8E059-D745-4D7A-BAB4-5ED121981579}"/>
              </a:ext>
            </a:extLst>
          </p:cNvPr>
          <p:cNvSpPr>
            <a:spLocks xmlns:a="http://schemas.openxmlformats.org/drawingml/2006/main" noGrp="1"/>
          </p:cNvSpPr>
          <p:nvPr/>
        </p:nvSpPr>
        <p:spPr>
          <a:xfrm xmlns:a="http://schemas.openxmlformats.org/drawingml/2006/main">
            <a:off x="5176317" y="1796653"/>
            <a:ext cx="3431902"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1" name="Shape 7">
            <a:extLst xmlns:a="http://schemas.openxmlformats.org/drawingml/2006/main">
              <a:ext uri="{FF2B5EF4-FFF2-40B4-BE49-F238E27FC236}">
                <a16:creationId xmlns:a16="http://schemas.microsoft.com/office/drawing/2014/main" id="{903A842C-5AF4-4955-B5D2-C3F5A3AAC398}"/>
              </a:ext>
            </a:extLst>
          </p:cNvPr>
          <p:cNvSpPr>
            <a:spLocks xmlns:a="http://schemas.openxmlformats.org/drawingml/2006/main" noGrp="1"/>
          </p:cNvSpPr>
          <p:nvPr/>
        </p:nvSpPr>
        <p:spPr>
          <a:xfrm xmlns:a="http://schemas.openxmlformats.org/drawingml/2006/main">
            <a:off x="5176317" y="2043113"/>
            <a:ext cx="3431902"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2" name="Shape 8">
            <a:extLst xmlns:a="http://schemas.openxmlformats.org/drawingml/2006/main">
              <a:ext uri="{FF2B5EF4-FFF2-40B4-BE49-F238E27FC236}">
                <a16:creationId xmlns:a16="http://schemas.microsoft.com/office/drawing/2014/main" id="{0859A36A-7A50-4058-81BC-1B27DBDC3EC9}"/>
              </a:ext>
            </a:extLst>
          </p:cNvPr>
          <p:cNvSpPr>
            <a:spLocks xmlns:a="http://schemas.openxmlformats.org/drawingml/2006/main" noGrp="1"/>
          </p:cNvSpPr>
          <p:nvPr/>
        </p:nvSpPr>
        <p:spPr>
          <a:xfrm xmlns:a="http://schemas.openxmlformats.org/drawingml/2006/main">
            <a:off x="5176317" y="2289572"/>
            <a:ext cx="3431902"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3" name="Shape 9">
            <a:extLst xmlns:a="http://schemas.openxmlformats.org/drawingml/2006/main">
              <a:ext uri="{FF2B5EF4-FFF2-40B4-BE49-F238E27FC236}">
                <a16:creationId xmlns:a16="http://schemas.microsoft.com/office/drawing/2014/main" id="{26B6F62D-8018-4C21-BC24-CE5DCA7F90D2}"/>
              </a:ext>
            </a:extLst>
          </p:cNvPr>
          <p:cNvSpPr>
            <a:spLocks xmlns:a="http://schemas.openxmlformats.org/drawingml/2006/main" noGrp="1"/>
          </p:cNvSpPr>
          <p:nvPr/>
        </p:nvSpPr>
        <p:spPr>
          <a:xfrm xmlns:a="http://schemas.openxmlformats.org/drawingml/2006/main">
            <a:off x="5176317" y="2536031"/>
            <a:ext cx="3431902"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4" name="Shape 10">
            <a:extLst xmlns:a="http://schemas.openxmlformats.org/drawingml/2006/main">
              <a:ext uri="{FF2B5EF4-FFF2-40B4-BE49-F238E27FC236}">
                <a16:creationId xmlns:a16="http://schemas.microsoft.com/office/drawing/2014/main" id="{25EFD50A-10AC-4128-AF3F-0F3752BD4DC0}"/>
              </a:ext>
            </a:extLst>
          </p:cNvPr>
          <p:cNvSpPr>
            <a:spLocks xmlns:a="http://schemas.openxmlformats.org/drawingml/2006/main" noGrp="1"/>
          </p:cNvSpPr>
          <p:nvPr/>
        </p:nvSpPr>
        <p:spPr>
          <a:xfrm xmlns:a="http://schemas.openxmlformats.org/drawingml/2006/main">
            <a:off x="5176317" y="2882503"/>
            <a:ext cx="3431902"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6" name="Text 12">
            <a:extLst xmlns:a="http://schemas.openxmlformats.org/drawingml/2006/main">
              <a:ext uri="{FF2B5EF4-FFF2-40B4-BE49-F238E27FC236}">
                <a16:creationId xmlns:a16="http://schemas.microsoft.com/office/drawing/2014/main" id="{BD0E04EB-23AF-4CC0-A912-2E6D2039ED88}"/>
              </a:ext>
            </a:extLst>
          </p:cNvPr>
          <p:cNvSpPr>
            <a:spLocks xmlns:a="http://schemas.openxmlformats.org/drawingml/2006/main" noGrp="1"/>
          </p:cNvSpPr>
          <p:nvPr/>
        </p:nvSpPr>
        <p:spPr>
          <a:xfrm xmlns:a="http://schemas.openxmlformats.org/drawingml/2006/main">
            <a:off x="805904" y="357188"/>
            <a:ext cx="254384" cy="157163"/>
          </a:xfrm>
          <a:prstGeom xmlns:a="http://schemas.openxmlformats.org/drawingml/2006/main" prst="roundRect">
            <a:avLst>
              <a:gd name="adj" fmla="val 24242"/>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800">
              <a:latin typeface="Arial"/>
              <a:ea typeface="Arial"/>
              <a:cs typeface="Arial"/>
            </a:endParaRPr>
          </a:p>
        </p:txBody>
      </p:sp>
      <p:sp>
        <p:nvSpPr>
          <p:cNvPr id="17" name="Text 13">
            <a:extLst xmlns:a="http://schemas.openxmlformats.org/drawingml/2006/main">
              <a:ext uri="{FF2B5EF4-FFF2-40B4-BE49-F238E27FC236}">
                <a16:creationId xmlns:a16="http://schemas.microsoft.com/office/drawing/2014/main" id="{8651C41E-8DE7-461F-B486-6F6E607F30BC}"/>
              </a:ext>
            </a:extLst>
          </p:cNvPr>
          <p:cNvSpPr>
            <a:spLocks xmlns:a="http://schemas.openxmlformats.org/drawingml/2006/main" noGrp="1"/>
          </p:cNvSpPr>
          <p:nvPr/>
        </p:nvSpPr>
        <p:spPr>
          <a:xfrm xmlns:a="http://schemas.openxmlformats.org/drawingml/2006/main">
            <a:off x="400050" y="378619"/>
            <a:ext cx="2375943"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01">
                <a:latin typeface="Arial"/>
                <a:ea typeface="Arial"/>
                <a:cs typeface="Arial"/>
              </a:rPr>
              <a:t>BLOQUE · DISEÑO DE CLASES</a:t>
            </a:r>
            <a:endParaRPr sz="800">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5DB0D70F-BAFB-4C95-8D4D-EBCC0074C329}"/>
              </a:ext>
            </a:extLst>
          </p:cNvPr>
          <p:cNvSpPr>
            <a:spLocks xmlns:a="http://schemas.openxmlformats.org/drawingml/2006/main" noGrp="1"/>
          </p:cNvSpPr>
          <p:nvPr/>
        </p:nvSpPr>
        <p:spPr>
          <a:xfrm xmlns:a="http://schemas.openxmlformats.org/drawingml/2006/main">
            <a:off x="794931" y="347758"/>
            <a:ext cx="276330" cy="176022"/>
          </a:xfrm>
          <a:prstGeom xmlns:a="http://schemas.openxmlformats.org/drawingml/2006/main" prst="roundRect">
            <a:avLst>
              <a:gd name="adj" fmla="val 21645"/>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800">
              <a:latin typeface="Arial"/>
              <a:ea typeface="Arial"/>
              <a:cs typeface="Arial"/>
            </a:endParaRPr>
          </a:p>
        </p:txBody>
      </p:sp>
      <p:sp>
        <p:nvSpPr>
          <p:cNvPr id="19" name="Text 15">
            <a:extLst xmlns:a="http://schemas.openxmlformats.org/drawingml/2006/main">
              <a:ext uri="{FF2B5EF4-FFF2-40B4-BE49-F238E27FC236}">
                <a16:creationId xmlns:a16="http://schemas.microsoft.com/office/drawing/2014/main" id="{516637BB-CB79-4654-B50A-62B1498685E1}"/>
              </a:ext>
            </a:extLst>
          </p:cNvPr>
          <p:cNvSpPr>
            <a:spLocks xmlns:a="http://schemas.openxmlformats.org/drawingml/2006/main" noGrp="1"/>
          </p:cNvSpPr>
          <p:nvPr/>
        </p:nvSpPr>
        <p:spPr>
          <a:xfrm xmlns:a="http://schemas.openxmlformats.org/drawingml/2006/main">
            <a:off x="805904" y="357188"/>
            <a:ext cx="254384" cy="1571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1013"/>
              </a:lnSpc>
              <a:buNone/>
            </a:pPr>
            <a:r>
              <a:rPr sz="800" b="1" spc="101">
                <a:latin typeface="Arial"/>
                <a:ea typeface="Arial"/>
                <a:cs typeface="Arial"/>
              </a:rPr>
              <a:t>03</a:t>
            </a:r>
            <a:endParaRPr sz="800">
              <a:latin typeface="Arial"/>
              <a:ea typeface="Arial"/>
              <a:cs typeface="Arial"/>
            </a:endParaRPr>
          </a:p>
        </p:txBody>
      </p:sp>
      <p:sp>
        <p:nvSpPr>
          <p:cNvPr id="20" name="Text 16">
            <a:extLst xmlns:a="http://schemas.openxmlformats.org/drawingml/2006/main">
              <a:ext uri="{FF2B5EF4-FFF2-40B4-BE49-F238E27FC236}">
                <a16:creationId xmlns:a16="http://schemas.microsoft.com/office/drawing/2014/main" id="{BF358A7B-4FBD-46AC-9F35-3A36624A8139}"/>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5"/>
              </a:lnSpc>
              <a:buNone/>
            </a:pPr>
            <a:r>
              <a:rPr sz="800" b="1" spc="-34">
                <a:latin typeface="Arial"/>
                <a:ea typeface="Arial"/>
                <a:cs typeface="Arial"/>
              </a:rPr>
              <a:t>Arquitectura MVC y paquetes</a:t>
            </a:r>
            <a:endParaRPr sz="800">
              <a:latin typeface="Arial"/>
              <a:ea typeface="Arial"/>
              <a:cs typeface="Arial"/>
            </a:endParaRPr>
          </a:p>
        </p:txBody>
      </p:sp>
      <p:sp>
        <p:nvSpPr>
          <p:cNvPr id="21" name="Text 17">
            <a:extLst xmlns:a="http://schemas.openxmlformats.org/drawingml/2006/main">
              <a:ext uri="{FF2B5EF4-FFF2-40B4-BE49-F238E27FC236}">
                <a16:creationId xmlns:a16="http://schemas.microsoft.com/office/drawing/2014/main" id="{92D8C95F-EBF9-4F9A-BBBF-B08B1B05E4DF}"/>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sz="800">
              <a:latin typeface="Arial"/>
              <a:ea typeface="Arial"/>
              <a:cs typeface="Arial"/>
            </a:endParaRPr>
          </a:p>
        </p:txBody>
      </p:sp>
      <p:sp>
        <p:nvSpPr>
          <p:cNvPr id="22" name="Text 18">
            <a:extLst xmlns:a="http://schemas.openxmlformats.org/drawingml/2006/main">
              <a:ext uri="{FF2B5EF4-FFF2-40B4-BE49-F238E27FC236}">
                <a16:creationId xmlns:a16="http://schemas.microsoft.com/office/drawing/2014/main" id="{0CA5BEAE-61DD-4057-B65A-245B9ADAC08A}"/>
              </a:ext>
            </a:extLst>
          </p:cNvPr>
          <p:cNvSpPr>
            <a:spLocks xmlns:a="http://schemas.openxmlformats.org/drawingml/2006/main" noGrp="1"/>
          </p:cNvSpPr>
          <p:nvPr/>
        </p:nvSpPr>
        <p:spPr>
          <a:xfrm xmlns:a="http://schemas.openxmlformats.org/drawingml/2006/main">
            <a:off x="400050" y="1200150"/>
            <a:ext cx="5284118" cy="1422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86"/>
              </a:lnSpc>
              <a:buNone/>
            </a:pPr>
            <a:r>
              <a:rPr sz="800" spc="106">
                <a:latin typeface="Arial"/>
                <a:ea typeface="Arial"/>
                <a:cs typeface="Arial"/>
              </a:rPr>
              <a:t>DIAGRAMA DE PAQUETES — PROYECTO MAVEN</a:t>
            </a:r>
            <a:endParaRPr sz="800">
              <a:latin typeface="Arial"/>
              <a:ea typeface="Arial"/>
              <a:cs typeface="Arial"/>
            </a:endParaRPr>
          </a:p>
        </p:txBody>
      </p:sp>
      <p:sp>
        <p:nvSpPr>
          <p:cNvPr id="24" name="Text 20">
            <a:extLst xmlns:a="http://schemas.openxmlformats.org/drawingml/2006/main">
              <a:ext uri="{FF2B5EF4-FFF2-40B4-BE49-F238E27FC236}">
                <a16:creationId xmlns:a16="http://schemas.microsoft.com/office/drawing/2014/main" id="{6D9E104A-0C47-49B4-BCC5-4147CAC85D97}"/>
              </a:ext>
            </a:extLst>
          </p:cNvPr>
          <p:cNvSpPr>
            <a:spLocks xmlns:a="http://schemas.openxmlformats.org/drawingml/2006/main" noGrp="1"/>
          </p:cNvSpPr>
          <p:nvPr/>
        </p:nvSpPr>
        <p:spPr>
          <a:xfrm xmlns:a="http://schemas.openxmlformats.org/drawingml/2006/main">
            <a:off x="500063" y="1471613"/>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25" name="Text 21">
            <a:extLst xmlns:a="http://schemas.openxmlformats.org/drawingml/2006/main">
              <a:ext uri="{FF2B5EF4-FFF2-40B4-BE49-F238E27FC236}">
                <a16:creationId xmlns:a16="http://schemas.microsoft.com/office/drawing/2014/main" id="{C75FD242-7A2C-4BE8-90BA-32060A349769}"/>
              </a:ext>
            </a:extLst>
          </p:cNvPr>
          <p:cNvSpPr>
            <a:spLocks xmlns:a="http://schemas.openxmlformats.org/drawingml/2006/main" noGrp="1"/>
          </p:cNvSpPr>
          <p:nvPr/>
        </p:nvSpPr>
        <p:spPr>
          <a:xfrm xmlns:a="http://schemas.openxmlformats.org/drawingml/2006/main">
            <a:off x="664369" y="1462683"/>
            <a:ext cx="1087189"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controller</a:t>
            </a:r>
            <a:endParaRPr sz="800">
              <a:latin typeface="Arial"/>
              <a:ea typeface="Arial"/>
              <a:cs typeface="Arial"/>
            </a:endParaRPr>
          </a:p>
        </p:txBody>
      </p:sp>
      <p:sp>
        <p:nvSpPr>
          <p:cNvPr id="26" name="Text 22">
            <a:extLst xmlns:a="http://schemas.openxmlformats.org/drawingml/2006/main">
              <a:ext uri="{FF2B5EF4-FFF2-40B4-BE49-F238E27FC236}">
                <a16:creationId xmlns:a16="http://schemas.microsoft.com/office/drawing/2014/main" id="{3E27E917-7C24-42B9-B34C-CF6A15DB85D5}"/>
              </a:ext>
            </a:extLst>
          </p:cNvPr>
          <p:cNvSpPr>
            <a:spLocks xmlns:a="http://schemas.openxmlformats.org/drawingml/2006/main" noGrp="1"/>
          </p:cNvSpPr>
          <p:nvPr/>
        </p:nvSpPr>
        <p:spPr>
          <a:xfrm xmlns:a="http://schemas.openxmlformats.org/drawingml/2006/main">
            <a:off x="500063" y="1730573"/>
            <a:ext cx="690729"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LoginController</a:t>
            </a:r>
            <a:endParaRPr sz="800">
              <a:latin typeface="Arial"/>
              <a:ea typeface="Arial"/>
              <a:cs typeface="Arial"/>
            </a:endParaRPr>
          </a:p>
        </p:txBody>
      </p:sp>
      <p:sp>
        <p:nvSpPr>
          <p:cNvPr id="27" name="Text 23">
            <a:extLst xmlns:a="http://schemas.openxmlformats.org/drawingml/2006/main">
              <a:ext uri="{FF2B5EF4-FFF2-40B4-BE49-F238E27FC236}">
                <a16:creationId xmlns:a16="http://schemas.microsoft.com/office/drawing/2014/main" id="{E4A5C3C0-E196-48FB-A794-CB22CD8222F9}"/>
              </a:ext>
            </a:extLst>
          </p:cNvPr>
          <p:cNvSpPr>
            <a:spLocks xmlns:a="http://schemas.openxmlformats.org/drawingml/2006/main" noGrp="1"/>
          </p:cNvSpPr>
          <p:nvPr/>
        </p:nvSpPr>
        <p:spPr>
          <a:xfrm xmlns:a="http://schemas.openxmlformats.org/drawingml/2006/main">
            <a:off x="500063" y="1864072"/>
            <a:ext cx="874924"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DashboardController</a:t>
            </a:r>
            <a:endParaRPr sz="800">
              <a:latin typeface="Arial"/>
              <a:ea typeface="Arial"/>
              <a:cs typeface="Arial"/>
            </a:endParaRPr>
          </a:p>
        </p:txBody>
      </p:sp>
      <p:sp>
        <p:nvSpPr>
          <p:cNvPr id="28" name="Text 24">
            <a:extLst xmlns:a="http://schemas.openxmlformats.org/drawingml/2006/main">
              <a:ext uri="{FF2B5EF4-FFF2-40B4-BE49-F238E27FC236}">
                <a16:creationId xmlns:a16="http://schemas.microsoft.com/office/drawing/2014/main" id="{20A7A819-A237-4D22-BDB3-0CFC6B9A0BDE}"/>
              </a:ext>
            </a:extLst>
          </p:cNvPr>
          <p:cNvSpPr>
            <a:spLocks xmlns:a="http://schemas.openxmlformats.org/drawingml/2006/main" noGrp="1"/>
          </p:cNvSpPr>
          <p:nvPr/>
        </p:nvSpPr>
        <p:spPr>
          <a:xfrm xmlns:a="http://schemas.openxmlformats.org/drawingml/2006/main">
            <a:off x="500063" y="1997571"/>
            <a:ext cx="975979" cy="10606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DashboardHomeController</a:t>
            </a:r>
            <a:endParaRPr sz="800">
              <a:latin typeface="Arial"/>
              <a:ea typeface="Arial"/>
              <a:cs typeface="Arial"/>
            </a:endParaRPr>
          </a:p>
        </p:txBody>
      </p:sp>
      <p:sp>
        <p:nvSpPr>
          <p:cNvPr id="29" name="Text 25">
            <a:extLst xmlns:a="http://schemas.openxmlformats.org/drawingml/2006/main">
              <a:ext uri="{FF2B5EF4-FFF2-40B4-BE49-F238E27FC236}">
                <a16:creationId xmlns:a16="http://schemas.microsoft.com/office/drawing/2014/main" id="{37D8F84F-6073-479A-85C3-F74084FD19C4}"/>
              </a:ext>
            </a:extLst>
          </p:cNvPr>
          <p:cNvSpPr>
            <a:spLocks xmlns:a="http://schemas.openxmlformats.org/drawingml/2006/main" noGrp="1"/>
          </p:cNvSpPr>
          <p:nvPr/>
        </p:nvSpPr>
        <p:spPr>
          <a:xfrm xmlns:a="http://schemas.openxmlformats.org/drawingml/2006/main">
            <a:off x="484666" y="2692497"/>
            <a:ext cx="874924"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PacientesController</a:t>
            </a:r>
            <a:endParaRPr sz="800">
              <a:latin typeface="Arial"/>
              <a:ea typeface="Arial"/>
              <a:cs typeface="Arial"/>
            </a:endParaRPr>
          </a:p>
        </p:txBody>
      </p:sp>
      <p:sp>
        <p:nvSpPr>
          <p:cNvPr id="30" name="Text 26">
            <a:extLst xmlns:a="http://schemas.openxmlformats.org/drawingml/2006/main">
              <a:ext uri="{FF2B5EF4-FFF2-40B4-BE49-F238E27FC236}">
                <a16:creationId xmlns:a16="http://schemas.microsoft.com/office/drawing/2014/main" id="{8CF5D8EE-E55E-49F5-9604-4CA64E7067C9}"/>
              </a:ext>
            </a:extLst>
          </p:cNvPr>
          <p:cNvSpPr>
            <a:spLocks xmlns:a="http://schemas.openxmlformats.org/drawingml/2006/main" noGrp="1"/>
          </p:cNvSpPr>
          <p:nvPr/>
        </p:nvSpPr>
        <p:spPr>
          <a:xfrm xmlns:a="http://schemas.openxmlformats.org/drawingml/2006/main">
            <a:off x="500063" y="2264569"/>
            <a:ext cx="828875"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DoctoresController</a:t>
            </a:r>
            <a:endParaRPr sz="800">
              <a:latin typeface="Arial"/>
              <a:ea typeface="Arial"/>
              <a:cs typeface="Arial"/>
            </a:endParaRPr>
          </a:p>
        </p:txBody>
      </p:sp>
      <p:sp>
        <p:nvSpPr>
          <p:cNvPr id="31" name="Text 27">
            <a:extLst xmlns:a="http://schemas.openxmlformats.org/drawingml/2006/main">
              <a:ext uri="{FF2B5EF4-FFF2-40B4-BE49-F238E27FC236}">
                <a16:creationId xmlns:a16="http://schemas.microsoft.com/office/drawing/2014/main" id="{91D286B8-401B-4849-ABD9-059F6E70699E}"/>
              </a:ext>
            </a:extLst>
          </p:cNvPr>
          <p:cNvSpPr>
            <a:spLocks xmlns:a="http://schemas.openxmlformats.org/drawingml/2006/main" noGrp="1"/>
          </p:cNvSpPr>
          <p:nvPr/>
        </p:nvSpPr>
        <p:spPr>
          <a:xfrm xmlns:a="http://schemas.openxmlformats.org/drawingml/2006/main">
            <a:off x="500063" y="2398068"/>
            <a:ext cx="690729"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CitasController</a:t>
            </a:r>
            <a:endParaRPr sz="800">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67D16150-001F-4C91-AB24-ACA603815F96}"/>
              </a:ext>
            </a:extLst>
          </p:cNvPr>
          <p:cNvSpPr>
            <a:spLocks xmlns:a="http://schemas.openxmlformats.org/drawingml/2006/main" noGrp="1"/>
          </p:cNvSpPr>
          <p:nvPr/>
        </p:nvSpPr>
        <p:spPr>
          <a:xfrm xmlns:a="http://schemas.openxmlformats.org/drawingml/2006/main">
            <a:off x="500063" y="2531566"/>
            <a:ext cx="874924" cy="1396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52"/>
              </a:lnSpc>
              <a:buNone/>
            </a:pPr>
            <a:r>
              <a:rPr sz="800">
                <a:latin typeface="Arial"/>
                <a:ea typeface="Arial"/>
                <a:cs typeface="Arial"/>
              </a:rPr>
              <a:t>HistorialController</a:t>
            </a:r>
            <a:endParaRPr sz="800">
              <a:latin typeface="Arial"/>
              <a:ea typeface="Arial"/>
              <a:cs typeface="Arial"/>
            </a:endParaRPr>
          </a:p>
        </p:txBody>
      </p:sp>
      <p:sp>
        <p:nvSpPr>
          <p:cNvPr id="33" name="Text 29">
            <a:extLst xmlns:a="http://schemas.openxmlformats.org/drawingml/2006/main">
              <a:ext uri="{FF2B5EF4-FFF2-40B4-BE49-F238E27FC236}">
                <a16:creationId xmlns:a16="http://schemas.microsoft.com/office/drawing/2014/main" id="{358ADB6D-7911-4ECC-94ED-F3EBEAE886F3}"/>
              </a:ext>
            </a:extLst>
          </p:cNvPr>
          <p:cNvSpPr>
            <a:spLocks xmlns:a="http://schemas.openxmlformats.org/drawingml/2006/main" noGrp="1"/>
          </p:cNvSpPr>
          <p:nvPr/>
        </p:nvSpPr>
        <p:spPr>
          <a:xfrm xmlns:a="http://schemas.openxmlformats.org/drawingml/2006/main">
            <a:off x="500063" y="3005063"/>
            <a:ext cx="1251496"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7 CONTROLADORES</a:t>
            </a:r>
            <a:endParaRPr sz="800">
              <a:latin typeface="Arial"/>
              <a:ea typeface="Arial"/>
              <a:cs typeface="Arial"/>
            </a:endParaRPr>
          </a:p>
        </p:txBody>
      </p:sp>
      <p:sp>
        <p:nvSpPr>
          <p:cNvPr id="35" name="Text 31">
            <a:extLst xmlns:a="http://schemas.openxmlformats.org/drawingml/2006/main">
              <a:ext uri="{FF2B5EF4-FFF2-40B4-BE49-F238E27FC236}">
                <a16:creationId xmlns:a16="http://schemas.microsoft.com/office/drawing/2014/main" id="{171482FB-10C1-4153-8839-0DB38C4AAF27}"/>
              </a:ext>
            </a:extLst>
          </p:cNvPr>
          <p:cNvSpPr>
            <a:spLocks xmlns:a="http://schemas.openxmlformats.org/drawingml/2006/main" noGrp="1"/>
          </p:cNvSpPr>
          <p:nvPr/>
        </p:nvSpPr>
        <p:spPr>
          <a:xfrm xmlns:a="http://schemas.openxmlformats.org/drawingml/2006/main">
            <a:off x="2037308" y="1471613"/>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36" name="Text 32">
            <a:extLst xmlns:a="http://schemas.openxmlformats.org/drawingml/2006/main">
              <a:ext uri="{FF2B5EF4-FFF2-40B4-BE49-F238E27FC236}">
                <a16:creationId xmlns:a16="http://schemas.microsoft.com/office/drawing/2014/main" id="{48871463-1C67-487E-A3E8-5C7710119E95}"/>
              </a:ext>
            </a:extLst>
          </p:cNvPr>
          <p:cNvSpPr>
            <a:spLocks xmlns:a="http://schemas.openxmlformats.org/drawingml/2006/main" noGrp="1"/>
          </p:cNvSpPr>
          <p:nvPr/>
        </p:nvSpPr>
        <p:spPr>
          <a:xfrm xmlns:a="http://schemas.openxmlformats.org/drawingml/2006/main">
            <a:off x="2201614" y="1462683"/>
            <a:ext cx="1087301"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dao</a:t>
            </a:r>
            <a:endParaRPr sz="800">
              <a:latin typeface="Arial"/>
              <a:ea typeface="Arial"/>
              <a:cs typeface="Arial"/>
            </a:endParaRPr>
          </a:p>
        </p:txBody>
      </p:sp>
      <p:sp>
        <p:nvSpPr>
          <p:cNvPr id="37" name="Text 33">
            <a:extLst xmlns:a="http://schemas.openxmlformats.org/drawingml/2006/main">
              <a:ext uri="{FF2B5EF4-FFF2-40B4-BE49-F238E27FC236}">
                <a16:creationId xmlns:a16="http://schemas.microsoft.com/office/drawing/2014/main" id="{C0052B6A-5F8D-49DD-9123-AA8822D7120B}"/>
              </a:ext>
            </a:extLst>
          </p:cNvPr>
          <p:cNvSpPr>
            <a:spLocks xmlns:a="http://schemas.openxmlformats.org/drawingml/2006/main" noGrp="1"/>
          </p:cNvSpPr>
          <p:nvPr/>
        </p:nvSpPr>
        <p:spPr>
          <a:xfrm xmlns:a="http://schemas.openxmlformats.org/drawingml/2006/main">
            <a:off x="1993083" y="1730573"/>
            <a:ext cx="594986"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PacienteDAO</a:t>
            </a:r>
            <a:endParaRPr sz="800">
              <a:latin typeface="Arial"/>
              <a:ea typeface="Arial"/>
              <a:cs typeface="Arial"/>
            </a:endParaRPr>
          </a:p>
        </p:txBody>
      </p:sp>
      <p:sp>
        <p:nvSpPr>
          <p:cNvPr id="38" name="Text 34">
            <a:extLst xmlns:a="http://schemas.openxmlformats.org/drawingml/2006/main">
              <a:ext uri="{FF2B5EF4-FFF2-40B4-BE49-F238E27FC236}">
                <a16:creationId xmlns:a16="http://schemas.microsoft.com/office/drawing/2014/main" id="{F4EC4703-4008-4AC2-8132-6C59EBB2A92E}"/>
              </a:ext>
            </a:extLst>
          </p:cNvPr>
          <p:cNvSpPr>
            <a:spLocks xmlns:a="http://schemas.openxmlformats.org/drawingml/2006/main" noGrp="1"/>
          </p:cNvSpPr>
          <p:nvPr/>
        </p:nvSpPr>
        <p:spPr>
          <a:xfrm xmlns:a="http://schemas.openxmlformats.org/drawingml/2006/main">
            <a:off x="2014347" y="1864072"/>
            <a:ext cx="498551"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DoctorDAO</a:t>
            </a:r>
            <a:endParaRPr sz="800">
              <a:latin typeface="Arial"/>
              <a:ea typeface="Arial"/>
              <a:cs typeface="Arial"/>
            </a:endParaRPr>
          </a:p>
        </p:txBody>
      </p:sp>
      <p:sp>
        <p:nvSpPr>
          <p:cNvPr id="39" name="Text 35">
            <a:extLst xmlns:a="http://schemas.openxmlformats.org/drawingml/2006/main">
              <a:ext uri="{FF2B5EF4-FFF2-40B4-BE49-F238E27FC236}">
                <a16:creationId xmlns:a16="http://schemas.microsoft.com/office/drawing/2014/main" id="{A8CEEE98-4AF7-483A-983F-1C91C847F2D7}"/>
              </a:ext>
            </a:extLst>
          </p:cNvPr>
          <p:cNvSpPr>
            <a:spLocks xmlns:a="http://schemas.openxmlformats.org/drawingml/2006/main" noGrp="1"/>
          </p:cNvSpPr>
          <p:nvPr/>
        </p:nvSpPr>
        <p:spPr>
          <a:xfrm xmlns:a="http://schemas.openxmlformats.org/drawingml/2006/main">
            <a:off x="2012272" y="1997571"/>
            <a:ext cx="402116" cy="10606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CitaDAO</a:t>
            </a:r>
            <a:endParaRPr sz="800">
              <a:latin typeface="Arial"/>
              <a:ea typeface="Arial"/>
              <a:cs typeface="Arial"/>
            </a:endParaRPr>
          </a:p>
        </p:txBody>
      </p:sp>
      <p:sp>
        <p:nvSpPr>
          <p:cNvPr id="40" name="Text 36">
            <a:extLst xmlns:a="http://schemas.openxmlformats.org/drawingml/2006/main">
              <a:ext uri="{FF2B5EF4-FFF2-40B4-BE49-F238E27FC236}">
                <a16:creationId xmlns:a16="http://schemas.microsoft.com/office/drawing/2014/main" id="{976BBB10-A142-46A5-9B72-4AF7D90B6CFF}"/>
              </a:ext>
            </a:extLst>
          </p:cNvPr>
          <p:cNvSpPr>
            <a:spLocks xmlns:a="http://schemas.openxmlformats.org/drawingml/2006/main" noGrp="1"/>
          </p:cNvSpPr>
          <p:nvPr/>
        </p:nvSpPr>
        <p:spPr>
          <a:xfrm xmlns:a="http://schemas.openxmlformats.org/drawingml/2006/main">
            <a:off x="2037308" y="2131070"/>
            <a:ext cx="874924" cy="1396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52"/>
              </a:lnSpc>
              <a:buNone/>
            </a:pPr>
            <a:r>
              <a:rPr sz="800">
                <a:latin typeface="Arial"/>
                <a:ea typeface="Arial"/>
                <a:cs typeface="Arial"/>
              </a:rPr>
              <a:t>HistorialClinicoDAO</a:t>
            </a:r>
            <a:endParaRPr sz="800">
              <a:latin typeface="Arial"/>
              <a:ea typeface="Arial"/>
              <a:cs typeface="Arial"/>
            </a:endParaRPr>
          </a:p>
        </p:txBody>
      </p:sp>
      <p:sp>
        <p:nvSpPr>
          <p:cNvPr id="41" name="Text 37">
            <a:extLst xmlns:a="http://schemas.openxmlformats.org/drawingml/2006/main">
              <a:ext uri="{FF2B5EF4-FFF2-40B4-BE49-F238E27FC236}">
                <a16:creationId xmlns:a16="http://schemas.microsoft.com/office/drawing/2014/main" id="{6650ECAE-D5A9-45DA-93E0-0709F01A357F}"/>
              </a:ext>
            </a:extLst>
          </p:cNvPr>
          <p:cNvSpPr>
            <a:spLocks xmlns:a="http://schemas.openxmlformats.org/drawingml/2006/main" noGrp="1"/>
          </p:cNvSpPr>
          <p:nvPr/>
        </p:nvSpPr>
        <p:spPr>
          <a:xfrm xmlns:a="http://schemas.openxmlformats.org/drawingml/2006/main">
            <a:off x="2037308" y="3005063"/>
            <a:ext cx="1251607"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5 DAOS</a:t>
            </a:r>
            <a:endParaRPr sz="800">
              <a:latin typeface="Arial"/>
              <a:ea typeface="Arial"/>
              <a:cs typeface="Arial"/>
            </a:endParaRPr>
          </a:p>
        </p:txBody>
      </p:sp>
      <p:sp>
        <p:nvSpPr>
          <p:cNvPr id="43" name="Text 39">
            <a:extLst xmlns:a="http://schemas.openxmlformats.org/drawingml/2006/main">
              <a:ext uri="{FF2B5EF4-FFF2-40B4-BE49-F238E27FC236}">
                <a16:creationId xmlns:a16="http://schemas.microsoft.com/office/drawing/2014/main" id="{598C7C28-593D-472A-9424-BB0AB08829D8}"/>
              </a:ext>
            </a:extLst>
          </p:cNvPr>
          <p:cNvSpPr>
            <a:spLocks xmlns:a="http://schemas.openxmlformats.org/drawingml/2006/main" noGrp="1"/>
          </p:cNvSpPr>
          <p:nvPr/>
        </p:nvSpPr>
        <p:spPr>
          <a:xfrm xmlns:a="http://schemas.openxmlformats.org/drawingml/2006/main">
            <a:off x="3574666" y="1471613"/>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44" name="Text 40">
            <a:extLst xmlns:a="http://schemas.openxmlformats.org/drawingml/2006/main">
              <a:ext uri="{FF2B5EF4-FFF2-40B4-BE49-F238E27FC236}">
                <a16:creationId xmlns:a16="http://schemas.microsoft.com/office/drawing/2014/main" id="{09AF7E77-6BD1-4C3D-B5D0-C771EDE27DEE}"/>
              </a:ext>
            </a:extLst>
          </p:cNvPr>
          <p:cNvSpPr>
            <a:spLocks xmlns:a="http://schemas.openxmlformats.org/drawingml/2006/main" noGrp="1"/>
          </p:cNvSpPr>
          <p:nvPr/>
        </p:nvSpPr>
        <p:spPr>
          <a:xfrm xmlns:a="http://schemas.openxmlformats.org/drawingml/2006/main">
            <a:off x="3738972" y="1462683"/>
            <a:ext cx="1087301"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database</a:t>
            </a:r>
            <a:endParaRPr sz="800">
              <a:latin typeface="Arial"/>
              <a:ea typeface="Arial"/>
              <a:cs typeface="Arial"/>
            </a:endParaRPr>
          </a:p>
        </p:txBody>
      </p:sp>
      <p:sp>
        <p:nvSpPr>
          <p:cNvPr id="45" name="Text 41">
            <a:extLst xmlns:a="http://schemas.openxmlformats.org/drawingml/2006/main">
              <a:ext uri="{FF2B5EF4-FFF2-40B4-BE49-F238E27FC236}">
                <a16:creationId xmlns:a16="http://schemas.microsoft.com/office/drawing/2014/main" id="{FA5D524F-B2AE-4B37-8836-1972686AEA58}"/>
              </a:ext>
            </a:extLst>
          </p:cNvPr>
          <p:cNvSpPr>
            <a:spLocks xmlns:a="http://schemas.openxmlformats.org/drawingml/2006/main" noGrp="1"/>
          </p:cNvSpPr>
          <p:nvPr/>
        </p:nvSpPr>
        <p:spPr>
          <a:xfrm xmlns:a="http://schemas.openxmlformats.org/drawingml/2006/main">
            <a:off x="3574666" y="1730573"/>
            <a:ext cx="920972" cy="1396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52"/>
              </a:lnSpc>
              <a:buNone/>
            </a:pPr>
            <a:r>
              <a:rPr sz="800">
                <a:latin typeface="Arial"/>
                <a:ea typeface="Arial"/>
                <a:cs typeface="Arial"/>
              </a:rPr>
              <a:t>PostgreSQLConnection</a:t>
            </a:r>
            <a:endParaRPr sz="800">
              <a:latin typeface="Arial"/>
              <a:ea typeface="Arial"/>
              <a:cs typeface="Arial"/>
            </a:endParaRPr>
          </a:p>
        </p:txBody>
      </p:sp>
      <p:sp>
        <p:nvSpPr>
          <p:cNvPr id="46" name="Text 42">
            <a:extLst xmlns:a="http://schemas.openxmlformats.org/drawingml/2006/main">
              <a:ext uri="{FF2B5EF4-FFF2-40B4-BE49-F238E27FC236}">
                <a16:creationId xmlns:a16="http://schemas.microsoft.com/office/drawing/2014/main" id="{86BF3B4D-A437-4A2D-BE7A-CFAE2424A972}"/>
              </a:ext>
            </a:extLst>
          </p:cNvPr>
          <p:cNvSpPr>
            <a:spLocks xmlns:a="http://schemas.openxmlformats.org/drawingml/2006/main" noGrp="1"/>
          </p:cNvSpPr>
          <p:nvPr/>
        </p:nvSpPr>
        <p:spPr>
          <a:xfrm xmlns:a="http://schemas.openxmlformats.org/drawingml/2006/main">
            <a:off x="3574666" y="3005063"/>
            <a:ext cx="1251607"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CONEXIÓN CENTRALIZADA</a:t>
            </a:r>
            <a:endParaRPr sz="800">
              <a:latin typeface="Arial"/>
              <a:ea typeface="Arial"/>
              <a:cs typeface="Arial"/>
            </a:endParaRPr>
          </a:p>
        </p:txBody>
      </p:sp>
      <p:sp>
        <p:nvSpPr>
          <p:cNvPr id="48" name="Text 44">
            <a:extLst xmlns:a="http://schemas.openxmlformats.org/drawingml/2006/main">
              <a:ext uri="{FF2B5EF4-FFF2-40B4-BE49-F238E27FC236}">
                <a16:creationId xmlns:a16="http://schemas.microsoft.com/office/drawing/2014/main" id="{486D6E0E-95C1-4A41-B288-FAF19E6F6019}"/>
              </a:ext>
            </a:extLst>
          </p:cNvPr>
          <p:cNvSpPr>
            <a:spLocks xmlns:a="http://schemas.openxmlformats.org/drawingml/2006/main" noGrp="1"/>
          </p:cNvSpPr>
          <p:nvPr/>
        </p:nvSpPr>
        <p:spPr>
          <a:xfrm xmlns:a="http://schemas.openxmlformats.org/drawingml/2006/main">
            <a:off x="500063" y="3430116"/>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49" name="Text 45">
            <a:extLst xmlns:a="http://schemas.openxmlformats.org/drawingml/2006/main">
              <a:ext uri="{FF2B5EF4-FFF2-40B4-BE49-F238E27FC236}">
                <a16:creationId xmlns:a16="http://schemas.microsoft.com/office/drawing/2014/main" id="{C0759B04-9451-4464-8AFE-C6F2E5834FC5}"/>
              </a:ext>
            </a:extLst>
          </p:cNvPr>
          <p:cNvSpPr>
            <a:spLocks xmlns:a="http://schemas.openxmlformats.org/drawingml/2006/main" noGrp="1"/>
          </p:cNvSpPr>
          <p:nvPr/>
        </p:nvSpPr>
        <p:spPr>
          <a:xfrm xmlns:a="http://schemas.openxmlformats.org/drawingml/2006/main">
            <a:off x="664369" y="3421187"/>
            <a:ext cx="1087189"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model</a:t>
            </a:r>
            <a:endParaRPr sz="800">
              <a:latin typeface="Arial"/>
              <a:ea typeface="Arial"/>
              <a:cs typeface="Arial"/>
            </a:endParaRPr>
          </a:p>
        </p:txBody>
      </p:sp>
      <p:sp>
        <p:nvSpPr>
          <p:cNvPr id="50" name="Text 46">
            <a:extLst xmlns:a="http://schemas.openxmlformats.org/drawingml/2006/main">
              <a:ext uri="{FF2B5EF4-FFF2-40B4-BE49-F238E27FC236}">
                <a16:creationId xmlns:a16="http://schemas.microsoft.com/office/drawing/2014/main" id="{CA1DFBC7-1831-41A6-87B9-CE7A04C46E32}"/>
              </a:ext>
            </a:extLst>
          </p:cNvPr>
          <p:cNvSpPr>
            <a:spLocks xmlns:a="http://schemas.openxmlformats.org/drawingml/2006/main" noGrp="1"/>
          </p:cNvSpPr>
          <p:nvPr/>
        </p:nvSpPr>
        <p:spPr>
          <a:xfrm xmlns:a="http://schemas.openxmlformats.org/drawingml/2006/main">
            <a:off x="489973" y="3689077"/>
            <a:ext cx="422516"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Paciente</a:t>
            </a:r>
            <a:endParaRPr sz="800">
              <a:latin typeface="Arial"/>
              <a:ea typeface="Arial"/>
              <a:cs typeface="Arial"/>
            </a:endParaRPr>
          </a:p>
        </p:txBody>
      </p:sp>
      <p:sp>
        <p:nvSpPr>
          <p:cNvPr id="51" name="Text 47">
            <a:extLst xmlns:a="http://schemas.openxmlformats.org/drawingml/2006/main">
              <a:ext uri="{FF2B5EF4-FFF2-40B4-BE49-F238E27FC236}">
                <a16:creationId xmlns:a16="http://schemas.microsoft.com/office/drawing/2014/main" id="{F2B35F7E-EE95-4F2F-A42A-0923EFE452AF}"/>
              </a:ext>
            </a:extLst>
          </p:cNvPr>
          <p:cNvSpPr>
            <a:spLocks xmlns:a="http://schemas.openxmlformats.org/drawingml/2006/main" noGrp="1"/>
          </p:cNvSpPr>
          <p:nvPr/>
        </p:nvSpPr>
        <p:spPr>
          <a:xfrm xmlns:a="http://schemas.openxmlformats.org/drawingml/2006/main">
            <a:off x="487898" y="3822576"/>
            <a:ext cx="326081" cy="106067"/>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Doctor</a:t>
            </a:r>
            <a:endParaRPr sz="800">
              <a:latin typeface="Arial"/>
              <a:ea typeface="Arial"/>
              <a:cs typeface="Arial"/>
            </a:endParaRPr>
          </a:p>
        </p:txBody>
      </p:sp>
      <p:sp>
        <p:nvSpPr>
          <p:cNvPr id="52" name="Text 48">
            <a:extLst xmlns:a="http://schemas.openxmlformats.org/drawingml/2006/main">
              <a:ext uri="{FF2B5EF4-FFF2-40B4-BE49-F238E27FC236}">
                <a16:creationId xmlns:a16="http://schemas.microsoft.com/office/drawing/2014/main" id="{54465CA7-17C4-41AC-B674-62013B152FE9}"/>
              </a:ext>
            </a:extLst>
          </p:cNvPr>
          <p:cNvSpPr>
            <a:spLocks xmlns:a="http://schemas.openxmlformats.org/drawingml/2006/main" noGrp="1"/>
          </p:cNvSpPr>
          <p:nvPr/>
        </p:nvSpPr>
        <p:spPr>
          <a:xfrm xmlns:a="http://schemas.openxmlformats.org/drawingml/2006/main">
            <a:off x="475763" y="3956075"/>
            <a:ext cx="296916" cy="10606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052"/>
              </a:lnSpc>
              <a:buNone/>
            </a:pPr>
            <a:r>
              <a:rPr sz="800">
                <a:latin typeface="Arial"/>
                <a:ea typeface="Arial"/>
                <a:cs typeface="Arial"/>
              </a:rPr>
              <a:t>Cita</a:t>
            </a:r>
            <a:endParaRPr sz="800">
              <a:latin typeface="Arial"/>
              <a:ea typeface="Arial"/>
              <a:cs typeface="Arial"/>
            </a:endParaRPr>
          </a:p>
        </p:txBody>
      </p:sp>
      <p:sp>
        <p:nvSpPr>
          <p:cNvPr id="53" name="Text 49">
            <a:extLst xmlns:a="http://schemas.openxmlformats.org/drawingml/2006/main">
              <a:ext uri="{FF2B5EF4-FFF2-40B4-BE49-F238E27FC236}">
                <a16:creationId xmlns:a16="http://schemas.microsoft.com/office/drawing/2014/main" id="{DA220E92-77C3-4FAD-BB7B-724C5C92D818}"/>
              </a:ext>
            </a:extLst>
          </p:cNvPr>
          <p:cNvSpPr>
            <a:spLocks xmlns:a="http://schemas.openxmlformats.org/drawingml/2006/main" noGrp="1"/>
          </p:cNvSpPr>
          <p:nvPr/>
        </p:nvSpPr>
        <p:spPr>
          <a:xfrm xmlns:a="http://schemas.openxmlformats.org/drawingml/2006/main">
            <a:off x="500063" y="4089574"/>
            <a:ext cx="736778" cy="1396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52"/>
              </a:lnSpc>
              <a:buNone/>
            </a:pPr>
            <a:r>
              <a:rPr sz="800">
                <a:latin typeface="Arial"/>
                <a:ea typeface="Arial"/>
                <a:cs typeface="Arial"/>
              </a:rPr>
              <a:t>HistorialClinico</a:t>
            </a:r>
            <a:endParaRPr sz="800">
              <a:latin typeface="Arial"/>
              <a:ea typeface="Arial"/>
              <a:cs typeface="Arial"/>
            </a:endParaRPr>
          </a:p>
        </p:txBody>
      </p:sp>
      <p:sp>
        <p:nvSpPr>
          <p:cNvPr id="54" name="Text 50">
            <a:extLst xmlns:a="http://schemas.openxmlformats.org/drawingml/2006/main">
              <a:ext uri="{FF2B5EF4-FFF2-40B4-BE49-F238E27FC236}">
                <a16:creationId xmlns:a16="http://schemas.microsoft.com/office/drawing/2014/main" id="{B55ADF02-793D-4FD2-9030-850B9AE89666}"/>
              </a:ext>
            </a:extLst>
          </p:cNvPr>
          <p:cNvSpPr>
            <a:spLocks xmlns:a="http://schemas.openxmlformats.org/drawingml/2006/main" noGrp="1"/>
          </p:cNvSpPr>
          <p:nvPr/>
        </p:nvSpPr>
        <p:spPr>
          <a:xfrm xmlns:a="http://schemas.openxmlformats.org/drawingml/2006/main">
            <a:off x="500063" y="4563070"/>
            <a:ext cx="1251496"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4 ENTIDADES DE DOMINIO</a:t>
            </a:r>
            <a:endParaRPr sz="800">
              <a:latin typeface="Arial"/>
              <a:ea typeface="Arial"/>
              <a:cs typeface="Arial"/>
            </a:endParaRPr>
          </a:p>
        </p:txBody>
      </p:sp>
      <p:sp>
        <p:nvSpPr>
          <p:cNvPr id="56" name="Text 52">
            <a:extLst xmlns:a="http://schemas.openxmlformats.org/drawingml/2006/main">
              <a:ext uri="{FF2B5EF4-FFF2-40B4-BE49-F238E27FC236}">
                <a16:creationId xmlns:a16="http://schemas.microsoft.com/office/drawing/2014/main" id="{667D3AD0-4E61-42E5-96CD-1DF6A9D98C38}"/>
              </a:ext>
            </a:extLst>
          </p:cNvPr>
          <p:cNvSpPr>
            <a:spLocks xmlns:a="http://schemas.openxmlformats.org/drawingml/2006/main" noGrp="1"/>
          </p:cNvSpPr>
          <p:nvPr/>
        </p:nvSpPr>
        <p:spPr>
          <a:xfrm xmlns:a="http://schemas.openxmlformats.org/drawingml/2006/main">
            <a:off x="2037308" y="3430116"/>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57" name="Text 53">
            <a:extLst xmlns:a="http://schemas.openxmlformats.org/drawingml/2006/main">
              <a:ext uri="{FF2B5EF4-FFF2-40B4-BE49-F238E27FC236}">
                <a16:creationId xmlns:a16="http://schemas.microsoft.com/office/drawing/2014/main" id="{8F22E297-A993-4AEF-9480-4EB6781A840F}"/>
              </a:ext>
            </a:extLst>
          </p:cNvPr>
          <p:cNvSpPr>
            <a:spLocks xmlns:a="http://schemas.openxmlformats.org/drawingml/2006/main" noGrp="1"/>
          </p:cNvSpPr>
          <p:nvPr/>
        </p:nvSpPr>
        <p:spPr>
          <a:xfrm xmlns:a="http://schemas.openxmlformats.org/drawingml/2006/main">
            <a:off x="2201614" y="3421187"/>
            <a:ext cx="1087301"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util</a:t>
            </a:r>
            <a:endParaRPr sz="800">
              <a:latin typeface="Arial"/>
              <a:ea typeface="Arial"/>
              <a:cs typeface="Arial"/>
            </a:endParaRPr>
          </a:p>
        </p:txBody>
      </p:sp>
      <p:sp>
        <p:nvSpPr>
          <p:cNvPr id="58" name="Text 54">
            <a:extLst xmlns:a="http://schemas.openxmlformats.org/drawingml/2006/main">
              <a:ext uri="{FF2B5EF4-FFF2-40B4-BE49-F238E27FC236}">
                <a16:creationId xmlns:a16="http://schemas.microsoft.com/office/drawing/2014/main" id="{EBE14188-0F87-410A-85B6-CB88FFDE8196}"/>
              </a:ext>
            </a:extLst>
          </p:cNvPr>
          <p:cNvSpPr>
            <a:spLocks xmlns:a="http://schemas.openxmlformats.org/drawingml/2006/main" noGrp="1"/>
          </p:cNvSpPr>
          <p:nvPr/>
        </p:nvSpPr>
        <p:spPr>
          <a:xfrm xmlns:a="http://schemas.openxmlformats.org/drawingml/2006/main">
            <a:off x="2037308" y="3689077"/>
            <a:ext cx="1018413" cy="13965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2"/>
              </a:lnSpc>
              <a:buNone/>
            </a:pPr>
            <a:r>
              <a:rPr sz="800" i="1">
                <a:latin typeface="Arial"/>
                <a:ea typeface="Arial"/>
                <a:cs typeface="Arial"/>
              </a:rPr>
              <a:t>utilidades transversales</a:t>
            </a:r>
            <a:endParaRPr sz="800">
              <a:latin typeface="Arial"/>
              <a:ea typeface="Arial"/>
              <a:cs typeface="Arial"/>
            </a:endParaRPr>
          </a:p>
        </p:txBody>
      </p:sp>
      <p:sp>
        <p:nvSpPr>
          <p:cNvPr id="59" name="Text 55">
            <a:extLst xmlns:a="http://schemas.openxmlformats.org/drawingml/2006/main">
              <a:ext uri="{FF2B5EF4-FFF2-40B4-BE49-F238E27FC236}">
                <a16:creationId xmlns:a16="http://schemas.microsoft.com/office/drawing/2014/main" id="{E664FA87-719F-46FB-8B5F-F0221F07E2A6}"/>
              </a:ext>
            </a:extLst>
          </p:cNvPr>
          <p:cNvSpPr>
            <a:spLocks xmlns:a="http://schemas.openxmlformats.org/drawingml/2006/main" noGrp="1"/>
          </p:cNvSpPr>
          <p:nvPr/>
        </p:nvSpPr>
        <p:spPr>
          <a:xfrm xmlns:a="http://schemas.openxmlformats.org/drawingml/2006/main">
            <a:off x="2037308" y="4563070"/>
            <a:ext cx="1251607"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HELPERS COMPARTIDOS</a:t>
            </a:r>
            <a:endParaRPr sz="800">
              <a:latin typeface="Arial"/>
              <a:ea typeface="Arial"/>
              <a:cs typeface="Arial"/>
            </a:endParaRPr>
          </a:p>
        </p:txBody>
      </p:sp>
      <p:sp>
        <p:nvSpPr>
          <p:cNvPr id="61" name="Text 57">
            <a:extLst xmlns:a="http://schemas.openxmlformats.org/drawingml/2006/main">
              <a:ext uri="{FF2B5EF4-FFF2-40B4-BE49-F238E27FC236}">
                <a16:creationId xmlns:a16="http://schemas.microsoft.com/office/drawing/2014/main" id="{D719712F-65E2-4128-A535-AB6647078630}"/>
              </a:ext>
            </a:extLst>
          </p:cNvPr>
          <p:cNvSpPr>
            <a:spLocks xmlns:a="http://schemas.openxmlformats.org/drawingml/2006/main" noGrp="1"/>
          </p:cNvSpPr>
          <p:nvPr/>
        </p:nvSpPr>
        <p:spPr>
          <a:xfrm xmlns:a="http://schemas.openxmlformats.org/drawingml/2006/main">
            <a:off x="3574666" y="3430116"/>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62" name="Text 58">
            <a:extLst xmlns:a="http://schemas.openxmlformats.org/drawingml/2006/main">
              <a:ext uri="{FF2B5EF4-FFF2-40B4-BE49-F238E27FC236}">
                <a16:creationId xmlns:a16="http://schemas.microsoft.com/office/drawing/2014/main" id="{9CD3D5A3-C0C6-4A5A-A5BB-92BCAC2E6D47}"/>
              </a:ext>
            </a:extLst>
          </p:cNvPr>
          <p:cNvSpPr>
            <a:spLocks xmlns:a="http://schemas.openxmlformats.org/drawingml/2006/main" noGrp="1"/>
          </p:cNvSpPr>
          <p:nvPr/>
        </p:nvSpPr>
        <p:spPr>
          <a:xfrm xmlns:a="http://schemas.openxmlformats.org/drawingml/2006/main">
            <a:off x="3738972" y="3421187"/>
            <a:ext cx="1087301" cy="1393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spc="15">
                <a:latin typeface="Arial"/>
                <a:ea typeface="Arial"/>
                <a:cs typeface="Arial"/>
              </a:rPr>
              <a:t>raíz</a:t>
            </a:r>
            <a:endParaRPr sz="800">
              <a:latin typeface="Arial"/>
              <a:ea typeface="Arial"/>
              <a:cs typeface="Arial"/>
            </a:endParaRPr>
          </a:p>
        </p:txBody>
      </p:sp>
      <p:sp>
        <p:nvSpPr>
          <p:cNvPr id="63" name="Text 59">
            <a:extLst xmlns:a="http://schemas.openxmlformats.org/drawingml/2006/main">
              <a:ext uri="{FF2B5EF4-FFF2-40B4-BE49-F238E27FC236}">
                <a16:creationId xmlns:a16="http://schemas.microsoft.com/office/drawing/2014/main" id="{30763154-A468-44E9-9873-0DE65EAD0D6E}"/>
              </a:ext>
            </a:extLst>
          </p:cNvPr>
          <p:cNvSpPr>
            <a:spLocks xmlns:a="http://schemas.openxmlformats.org/drawingml/2006/main" noGrp="1"/>
          </p:cNvSpPr>
          <p:nvPr/>
        </p:nvSpPr>
        <p:spPr>
          <a:xfrm xmlns:a="http://schemas.openxmlformats.org/drawingml/2006/main">
            <a:off x="3567821" y="3689077"/>
            <a:ext cx="416025" cy="1396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52"/>
              </a:lnSpc>
              <a:buNone/>
            </a:pPr>
            <a:r>
              <a:rPr sz="800">
                <a:latin typeface="Arial"/>
                <a:ea typeface="Arial"/>
                <a:cs typeface="Arial"/>
              </a:rPr>
              <a:t>App.java</a:t>
            </a:r>
            <a:endParaRPr sz="800">
              <a:latin typeface="Arial"/>
              <a:ea typeface="Arial"/>
              <a:cs typeface="Arial"/>
            </a:endParaRPr>
          </a:p>
        </p:txBody>
      </p:sp>
      <p:sp>
        <p:nvSpPr>
          <p:cNvPr id="64" name="Text 60">
            <a:extLst xmlns:a="http://schemas.openxmlformats.org/drawingml/2006/main">
              <a:ext uri="{FF2B5EF4-FFF2-40B4-BE49-F238E27FC236}">
                <a16:creationId xmlns:a16="http://schemas.microsoft.com/office/drawing/2014/main" id="{54042206-FA5F-4E56-B5AB-60FA435B8EDC}"/>
              </a:ext>
            </a:extLst>
          </p:cNvPr>
          <p:cNvSpPr>
            <a:spLocks xmlns:a="http://schemas.openxmlformats.org/drawingml/2006/main" noGrp="1"/>
          </p:cNvSpPr>
          <p:nvPr/>
        </p:nvSpPr>
        <p:spPr>
          <a:xfrm xmlns:a="http://schemas.openxmlformats.org/drawingml/2006/main">
            <a:off x="3574666" y="4563070"/>
            <a:ext cx="1251607" cy="144661"/>
          </a:xfrm>
          <a:prstGeom xmlns:a="http://schemas.openxmlformats.org/drawingml/2006/main" prst="rect">
            <a:avLst/>
          </a:prstGeom>
          <a:noFill xmlns:a="http://schemas.openxmlformats.org/drawingml/2006/main"/>
        </p:spPr>
        <p:txBody>
          <a:bodyPr xmlns:a="http://schemas.openxmlformats.org/drawingml/2006/main" wrap="none" lIns="0" tIns="42863" rIns="0" bIns="0" anchor="t"/>
          <a:lstStyle xmlns:a="http://schemas.openxmlformats.org/drawingml/2006/main"/>
          <a:p xmlns:a="http://schemas.openxmlformats.org/drawingml/2006/main">
            <a:pPr marL="0" indent="0" algn="l">
              <a:lnSpc>
                <a:spcPts val="802"/>
              </a:lnSpc>
              <a:buNone/>
            </a:pPr>
            <a:r>
              <a:rPr sz="800" spc="53">
                <a:latin typeface="Arial"/>
                <a:ea typeface="Arial"/>
                <a:cs typeface="Arial"/>
              </a:rPr>
              <a:t>PUNTO DE ENTRADA JAVAFX</a:t>
            </a:r>
            <a:endParaRPr sz="800">
              <a:latin typeface="Arial"/>
              <a:ea typeface="Arial"/>
              <a:cs typeface="Arial"/>
            </a:endParaRPr>
          </a:p>
        </p:txBody>
      </p:sp>
      <p:sp>
        <p:nvSpPr>
          <p:cNvPr id="66" name="Text 62">
            <a:extLst xmlns:a="http://schemas.openxmlformats.org/drawingml/2006/main">
              <a:ext uri="{FF2B5EF4-FFF2-40B4-BE49-F238E27FC236}">
                <a16:creationId xmlns:a16="http://schemas.microsoft.com/office/drawing/2014/main" id="{E75F212F-E9CE-420B-81CF-B5A5D2CF59F2}"/>
              </a:ext>
            </a:extLst>
          </p:cNvPr>
          <p:cNvSpPr>
            <a:spLocks xmlns:a="http://schemas.openxmlformats.org/drawingml/2006/main" noGrp="1"/>
          </p:cNvSpPr>
          <p:nvPr/>
        </p:nvSpPr>
        <p:spPr>
          <a:xfrm xmlns:a="http://schemas.openxmlformats.org/drawingml/2006/main">
            <a:off x="5176317" y="1321594"/>
            <a:ext cx="3431902" cy="1735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266"/>
              </a:lnSpc>
              <a:buNone/>
            </a:pPr>
            <a:r>
              <a:rPr sz="800" b="1" spc="17">
                <a:latin typeface="Arial"/>
                <a:ea typeface="Arial"/>
                <a:cs typeface="Arial"/>
              </a:rPr>
              <a:t>Stack tecnológico</a:t>
            </a:r>
            <a:endParaRPr sz="800">
              <a:latin typeface="Arial"/>
              <a:ea typeface="Arial"/>
              <a:cs typeface="Arial"/>
            </a:endParaRPr>
          </a:p>
        </p:txBody>
      </p:sp>
      <p:sp>
        <p:nvSpPr>
          <p:cNvPr id="67" name="Text 63">
            <a:extLst xmlns:a="http://schemas.openxmlformats.org/drawingml/2006/main">
              <a:ext uri="{FF2B5EF4-FFF2-40B4-BE49-F238E27FC236}">
                <a16:creationId xmlns:a16="http://schemas.microsoft.com/office/drawing/2014/main" id="{11ED91E6-18C6-4D17-B8A0-272589392D63}"/>
              </a:ext>
            </a:extLst>
          </p:cNvPr>
          <p:cNvSpPr>
            <a:spLocks xmlns:a="http://schemas.openxmlformats.org/drawingml/2006/main" noGrp="1"/>
          </p:cNvSpPr>
          <p:nvPr/>
        </p:nvSpPr>
        <p:spPr>
          <a:xfrm xmlns:a="http://schemas.openxmlformats.org/drawingml/2006/main">
            <a:off x="5369198" y="1610916"/>
            <a:ext cx="297180" cy="143490"/>
          </a:xfrm>
          <a:prstGeom xmlns:a="http://schemas.openxmlformats.org/drawingml/2006/main" prst="rect">
            <a:avLst/>
          </a:prstGeom>
          <a:noFill xmlns:a="http://schemas.openxmlformats.org/drawingml/2006/main"/>
        </p:spPr>
        <p:txBody>
          <a:bodyPr xmlns:a="http://schemas.openxmlformats.org/drawingml/2006/main" wrap="none" lIns="0" tIns="50006" rIns="0" bIns="50006" anchor="t"/>
          <a:lstStyle xmlns:a="http://schemas.openxmlformats.org/drawingml/2006/main"/>
          <a:p xmlns:a="http://schemas.openxmlformats.org/drawingml/2006/main">
            <a:pPr marL="0" indent="0" algn="l">
              <a:lnSpc>
                <a:spcPts val="1097"/>
              </a:lnSpc>
              <a:buNone/>
            </a:pPr>
            <a:r>
              <a:rPr sz="800">
                <a:latin typeface="Arial"/>
                <a:ea typeface="Arial"/>
                <a:cs typeface="Arial"/>
              </a:rPr>
              <a:t>Java</a:t>
            </a:r>
            <a:endParaRPr sz="800">
              <a:latin typeface="Arial"/>
              <a:ea typeface="Arial"/>
              <a:cs typeface="Arial"/>
            </a:endParaRPr>
          </a:p>
        </p:txBody>
      </p:sp>
      <p:sp>
        <p:nvSpPr>
          <p:cNvPr id="68" name="Text 64">
            <a:extLst xmlns:a="http://schemas.openxmlformats.org/drawingml/2006/main">
              <a:ext uri="{FF2B5EF4-FFF2-40B4-BE49-F238E27FC236}">
                <a16:creationId xmlns:a16="http://schemas.microsoft.com/office/drawing/2014/main" id="{BC0CAC94-AFB4-444A-BB73-18A1DC141B41}"/>
              </a:ext>
            </a:extLst>
          </p:cNvPr>
          <p:cNvSpPr>
            <a:spLocks xmlns:a="http://schemas.openxmlformats.org/drawingml/2006/main" noGrp="1"/>
          </p:cNvSpPr>
          <p:nvPr/>
        </p:nvSpPr>
        <p:spPr>
          <a:xfrm xmlns:a="http://schemas.openxmlformats.org/drawingml/2006/main">
            <a:off x="5176317" y="1612702"/>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69" name="Text 65">
            <a:extLst xmlns:a="http://schemas.openxmlformats.org/drawingml/2006/main">
              <a:ext uri="{FF2B5EF4-FFF2-40B4-BE49-F238E27FC236}">
                <a16:creationId xmlns:a16="http://schemas.microsoft.com/office/drawing/2014/main" id="{81464B19-1CDD-4A09-BEFA-E6EACF84A6E4}"/>
              </a:ext>
            </a:extLst>
          </p:cNvPr>
          <p:cNvSpPr>
            <a:spLocks xmlns:a="http://schemas.openxmlformats.org/drawingml/2006/main" noGrp="1"/>
          </p:cNvSpPr>
          <p:nvPr/>
        </p:nvSpPr>
        <p:spPr>
          <a:xfrm xmlns:a="http://schemas.openxmlformats.org/drawingml/2006/main">
            <a:off x="8293677" y="1609130"/>
            <a:ext cx="371909" cy="13394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25 (pom.xml)</a:t>
            </a:r>
            <a:endParaRPr sz="800">
              <a:latin typeface="Arial"/>
              <a:ea typeface="Arial"/>
              <a:cs typeface="Arial"/>
            </a:endParaRPr>
          </a:p>
        </p:txBody>
      </p:sp>
      <p:sp>
        <p:nvSpPr>
          <p:cNvPr id="70" name="Text 66">
            <a:extLst xmlns:a="http://schemas.openxmlformats.org/drawingml/2006/main">
              <a:ext uri="{FF2B5EF4-FFF2-40B4-BE49-F238E27FC236}">
                <a16:creationId xmlns:a16="http://schemas.microsoft.com/office/drawing/2014/main" id="{F476D6E0-B8B5-49E3-A291-9ECD40013461}"/>
              </a:ext>
            </a:extLst>
          </p:cNvPr>
          <p:cNvSpPr>
            <a:spLocks xmlns:a="http://schemas.openxmlformats.org/drawingml/2006/main" noGrp="1"/>
          </p:cNvSpPr>
          <p:nvPr/>
        </p:nvSpPr>
        <p:spPr>
          <a:xfrm xmlns:a="http://schemas.openxmlformats.org/drawingml/2006/main">
            <a:off x="5351609" y="1857375"/>
            <a:ext cx="789737" cy="143490"/>
          </a:xfrm>
          <a:prstGeom xmlns:a="http://schemas.openxmlformats.org/drawingml/2006/main" prst="rect">
            <a:avLst/>
          </a:prstGeom>
          <a:noFill xmlns:a="http://schemas.openxmlformats.org/drawingml/2006/main"/>
        </p:spPr>
        <p:txBody>
          <a:bodyPr xmlns:a="http://schemas.openxmlformats.org/drawingml/2006/main" wrap="none" lIns="0" tIns="50006" rIns="0" bIns="50006" anchor="t"/>
          <a:lstStyle xmlns:a="http://schemas.openxmlformats.org/drawingml/2006/main"/>
          <a:p xmlns:a="http://schemas.openxmlformats.org/drawingml/2006/main">
            <a:pPr marL="0" indent="0" algn="l">
              <a:lnSpc>
                <a:spcPts val="1097"/>
              </a:lnSpc>
              <a:buNone/>
            </a:pPr>
            <a:r>
              <a:rPr sz="800">
                <a:latin typeface="Arial"/>
                <a:ea typeface="Arial"/>
                <a:cs typeface="Arial"/>
              </a:rPr>
              <a:t>JavaFX + FXML</a:t>
            </a:r>
            <a:endParaRPr sz="800">
              <a:latin typeface="Arial"/>
              <a:ea typeface="Arial"/>
              <a:cs typeface="Arial"/>
            </a:endParaRPr>
          </a:p>
        </p:txBody>
      </p:sp>
      <p:sp>
        <p:nvSpPr>
          <p:cNvPr id="71" name="Text 67">
            <a:extLst xmlns:a="http://schemas.openxmlformats.org/drawingml/2006/main">
              <a:ext uri="{FF2B5EF4-FFF2-40B4-BE49-F238E27FC236}">
                <a16:creationId xmlns:a16="http://schemas.microsoft.com/office/drawing/2014/main" id="{041288B1-9DE6-4738-9410-4BD831959E16}"/>
              </a:ext>
            </a:extLst>
          </p:cNvPr>
          <p:cNvSpPr>
            <a:spLocks xmlns:a="http://schemas.openxmlformats.org/drawingml/2006/main" noGrp="1"/>
          </p:cNvSpPr>
          <p:nvPr/>
        </p:nvSpPr>
        <p:spPr>
          <a:xfrm xmlns:a="http://schemas.openxmlformats.org/drawingml/2006/main">
            <a:off x="5176317" y="1859161"/>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72" name="Text 68">
            <a:extLst xmlns:a="http://schemas.openxmlformats.org/drawingml/2006/main">
              <a:ext uri="{FF2B5EF4-FFF2-40B4-BE49-F238E27FC236}">
                <a16:creationId xmlns:a16="http://schemas.microsoft.com/office/drawing/2014/main" id="{1860F8CB-4828-4ABC-AB71-7ECBF90CA7DC}"/>
              </a:ext>
            </a:extLst>
          </p:cNvPr>
          <p:cNvSpPr>
            <a:spLocks xmlns:a="http://schemas.openxmlformats.org/drawingml/2006/main" noGrp="1"/>
          </p:cNvSpPr>
          <p:nvPr/>
        </p:nvSpPr>
        <p:spPr>
          <a:xfrm xmlns:a="http://schemas.openxmlformats.org/drawingml/2006/main">
            <a:off x="8490495" y="1855589"/>
            <a:ext cx="155437" cy="13394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21</a:t>
            </a:r>
            <a:endParaRPr sz="800">
              <a:latin typeface="Arial"/>
              <a:ea typeface="Arial"/>
              <a:cs typeface="Arial"/>
            </a:endParaRPr>
          </a:p>
        </p:txBody>
      </p:sp>
      <p:sp>
        <p:nvSpPr>
          <p:cNvPr id="73" name="Text 69">
            <a:extLst xmlns:a="http://schemas.openxmlformats.org/drawingml/2006/main">
              <a:ext uri="{FF2B5EF4-FFF2-40B4-BE49-F238E27FC236}">
                <a16:creationId xmlns:a16="http://schemas.microsoft.com/office/drawing/2014/main" id="{E98D5CE7-3B88-4FF8-88D7-FA0997EEBCA5}"/>
              </a:ext>
            </a:extLst>
          </p:cNvPr>
          <p:cNvSpPr>
            <a:spLocks xmlns:a="http://schemas.openxmlformats.org/drawingml/2006/main" noGrp="1"/>
          </p:cNvSpPr>
          <p:nvPr/>
        </p:nvSpPr>
        <p:spPr>
          <a:xfrm xmlns:a="http://schemas.openxmlformats.org/drawingml/2006/main">
            <a:off x="5336322" y="2103834"/>
            <a:ext cx="646181" cy="143490"/>
          </a:xfrm>
          <a:prstGeom xmlns:a="http://schemas.openxmlformats.org/drawingml/2006/main" prst="rect">
            <a:avLst/>
          </a:prstGeom>
          <a:noFill xmlns:a="http://schemas.openxmlformats.org/drawingml/2006/main"/>
        </p:spPr>
        <p:txBody>
          <a:bodyPr xmlns:a="http://schemas.openxmlformats.org/drawingml/2006/main" wrap="none" lIns="0" tIns="50006" rIns="0" bIns="50006" anchor="t"/>
          <a:lstStyle xmlns:a="http://schemas.openxmlformats.org/drawingml/2006/main"/>
          <a:p xmlns:a="http://schemas.openxmlformats.org/drawingml/2006/main">
            <a:pPr marL="0" indent="0" algn="l">
              <a:lnSpc>
                <a:spcPts val="1097"/>
              </a:lnSpc>
              <a:buNone/>
            </a:pPr>
            <a:r>
              <a:rPr sz="800">
                <a:latin typeface="Arial"/>
                <a:ea typeface="Arial"/>
                <a:cs typeface="Arial"/>
              </a:rPr>
              <a:t>PostgreSQL</a:t>
            </a:r>
            <a:endParaRPr sz="800">
              <a:latin typeface="Arial"/>
              <a:ea typeface="Arial"/>
              <a:cs typeface="Arial"/>
            </a:endParaRPr>
          </a:p>
        </p:txBody>
      </p:sp>
      <p:sp>
        <p:nvSpPr>
          <p:cNvPr id="74" name="Text 70">
            <a:extLst xmlns:a="http://schemas.openxmlformats.org/drawingml/2006/main">
              <a:ext uri="{FF2B5EF4-FFF2-40B4-BE49-F238E27FC236}">
                <a16:creationId xmlns:a16="http://schemas.microsoft.com/office/drawing/2014/main" id="{966C65C6-CCFA-4D0A-A08A-9F6CF4882FF5}"/>
              </a:ext>
            </a:extLst>
          </p:cNvPr>
          <p:cNvSpPr>
            <a:spLocks xmlns:a="http://schemas.openxmlformats.org/drawingml/2006/main" noGrp="1"/>
          </p:cNvSpPr>
          <p:nvPr/>
        </p:nvSpPr>
        <p:spPr>
          <a:xfrm xmlns:a="http://schemas.openxmlformats.org/drawingml/2006/main">
            <a:off x="5176317" y="2105620"/>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75" name="Text 71">
            <a:extLst xmlns:a="http://schemas.openxmlformats.org/drawingml/2006/main">
              <a:ext uri="{FF2B5EF4-FFF2-40B4-BE49-F238E27FC236}">
                <a16:creationId xmlns:a16="http://schemas.microsoft.com/office/drawing/2014/main" id="{3CB802CF-BF3C-4640-81C8-BC5C01AAA34D}"/>
              </a:ext>
            </a:extLst>
          </p:cNvPr>
          <p:cNvSpPr>
            <a:spLocks xmlns:a="http://schemas.openxmlformats.org/drawingml/2006/main" noGrp="1"/>
          </p:cNvSpPr>
          <p:nvPr/>
        </p:nvSpPr>
        <p:spPr>
          <a:xfrm xmlns:a="http://schemas.openxmlformats.org/drawingml/2006/main">
            <a:off x="8490495" y="2102048"/>
            <a:ext cx="155437" cy="13394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16</a:t>
            </a:r>
            <a:endParaRPr sz="800">
              <a:latin typeface="Arial"/>
              <a:ea typeface="Arial"/>
              <a:cs typeface="Arial"/>
            </a:endParaRPr>
          </a:p>
        </p:txBody>
      </p:sp>
      <p:sp>
        <p:nvSpPr>
          <p:cNvPr id="76" name="Text 72">
            <a:extLst xmlns:a="http://schemas.openxmlformats.org/drawingml/2006/main">
              <a:ext uri="{FF2B5EF4-FFF2-40B4-BE49-F238E27FC236}">
                <a16:creationId xmlns:a16="http://schemas.microsoft.com/office/drawing/2014/main" id="{9751009C-D7F6-4A2B-810A-17423FE86A31}"/>
              </a:ext>
            </a:extLst>
          </p:cNvPr>
          <p:cNvSpPr>
            <a:spLocks xmlns:a="http://schemas.openxmlformats.org/drawingml/2006/main" noGrp="1"/>
          </p:cNvSpPr>
          <p:nvPr/>
        </p:nvSpPr>
        <p:spPr>
          <a:xfrm xmlns:a="http://schemas.openxmlformats.org/drawingml/2006/main">
            <a:off x="5350002" y="2350294"/>
            <a:ext cx="676865" cy="143490"/>
          </a:xfrm>
          <a:prstGeom xmlns:a="http://schemas.openxmlformats.org/drawingml/2006/main" prst="rect">
            <a:avLst/>
          </a:prstGeom>
          <a:noFill xmlns:a="http://schemas.openxmlformats.org/drawingml/2006/main"/>
        </p:spPr>
        <p:txBody>
          <a:bodyPr xmlns:a="http://schemas.openxmlformats.org/drawingml/2006/main" wrap="none" lIns="0" tIns="50006" rIns="0" bIns="50006" anchor="t"/>
          <a:lstStyle xmlns:a="http://schemas.openxmlformats.org/drawingml/2006/main"/>
          <a:p xmlns:a="http://schemas.openxmlformats.org/drawingml/2006/main">
            <a:pPr marL="0" indent="0" algn="l">
              <a:lnSpc>
                <a:spcPts val="1097"/>
              </a:lnSpc>
              <a:buNone/>
            </a:pPr>
            <a:r>
              <a:rPr sz="800">
                <a:latin typeface="Arial"/>
                <a:ea typeface="Arial"/>
                <a:cs typeface="Arial"/>
              </a:rPr>
              <a:t>JDBC driver</a:t>
            </a:r>
            <a:endParaRPr sz="800">
              <a:latin typeface="Arial"/>
              <a:ea typeface="Arial"/>
              <a:cs typeface="Arial"/>
            </a:endParaRPr>
          </a:p>
        </p:txBody>
      </p:sp>
      <p:sp>
        <p:nvSpPr>
          <p:cNvPr id="77" name="Text 73">
            <a:extLst xmlns:a="http://schemas.openxmlformats.org/drawingml/2006/main">
              <a:ext uri="{FF2B5EF4-FFF2-40B4-BE49-F238E27FC236}">
                <a16:creationId xmlns:a16="http://schemas.microsoft.com/office/drawing/2014/main" id="{6EB57C4D-68FA-43A2-83BA-265F5CBFA393}"/>
              </a:ext>
            </a:extLst>
          </p:cNvPr>
          <p:cNvSpPr>
            <a:spLocks xmlns:a="http://schemas.openxmlformats.org/drawingml/2006/main" noGrp="1"/>
          </p:cNvSpPr>
          <p:nvPr/>
        </p:nvSpPr>
        <p:spPr>
          <a:xfrm xmlns:a="http://schemas.openxmlformats.org/drawingml/2006/main">
            <a:off x="5176317" y="2352080"/>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78" name="Text 74">
            <a:extLst xmlns:a="http://schemas.openxmlformats.org/drawingml/2006/main">
              <a:ext uri="{FF2B5EF4-FFF2-40B4-BE49-F238E27FC236}">
                <a16:creationId xmlns:a16="http://schemas.microsoft.com/office/drawing/2014/main" id="{D1929106-F6FB-4809-B314-8FAB9068B55D}"/>
              </a:ext>
            </a:extLst>
          </p:cNvPr>
          <p:cNvSpPr>
            <a:spLocks xmlns:a="http://schemas.openxmlformats.org/drawingml/2006/main" noGrp="1"/>
          </p:cNvSpPr>
          <p:nvPr/>
        </p:nvSpPr>
        <p:spPr>
          <a:xfrm xmlns:a="http://schemas.openxmlformats.org/drawingml/2006/main">
            <a:off x="8095669" y="2348508"/>
            <a:ext cx="596475" cy="13394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PostgreSQL</a:t>
            </a:r>
            <a:endParaRPr sz="800">
              <a:latin typeface="Arial"/>
              <a:ea typeface="Arial"/>
              <a:cs typeface="Arial"/>
            </a:endParaRPr>
          </a:p>
        </p:txBody>
      </p:sp>
      <p:sp>
        <p:nvSpPr>
          <p:cNvPr id="79" name="Text 75">
            <a:extLst xmlns:a="http://schemas.openxmlformats.org/drawingml/2006/main">
              <a:ext uri="{FF2B5EF4-FFF2-40B4-BE49-F238E27FC236}">
                <a16:creationId xmlns:a16="http://schemas.microsoft.com/office/drawing/2014/main" id="{54435B15-5827-4CCF-9C60-067690C4B8CF}"/>
              </a:ext>
            </a:extLst>
          </p:cNvPr>
          <p:cNvSpPr>
            <a:spLocks xmlns:a="http://schemas.openxmlformats.org/drawingml/2006/main" noGrp="1"/>
          </p:cNvSpPr>
          <p:nvPr/>
        </p:nvSpPr>
        <p:spPr>
          <a:xfrm xmlns:a="http://schemas.openxmlformats.org/drawingml/2006/main">
            <a:off x="5369198" y="2596753"/>
            <a:ext cx="371475" cy="143490"/>
          </a:xfrm>
          <a:prstGeom xmlns:a="http://schemas.openxmlformats.org/drawingml/2006/main" prst="rect">
            <a:avLst/>
          </a:prstGeom>
          <a:noFill xmlns:a="http://schemas.openxmlformats.org/drawingml/2006/main"/>
        </p:spPr>
        <p:txBody>
          <a:bodyPr xmlns:a="http://schemas.openxmlformats.org/drawingml/2006/main" wrap="none" lIns="0" tIns="50006" rIns="0" bIns="50006" anchor="t"/>
          <a:lstStyle xmlns:a="http://schemas.openxmlformats.org/drawingml/2006/main"/>
          <a:p xmlns:a="http://schemas.openxmlformats.org/drawingml/2006/main">
            <a:pPr marL="0" indent="0" algn="l">
              <a:lnSpc>
                <a:spcPts val="1097"/>
              </a:lnSpc>
              <a:buNone/>
            </a:pPr>
            <a:r>
              <a:rPr sz="800">
                <a:latin typeface="Arial"/>
                <a:ea typeface="Arial"/>
                <a:cs typeface="Arial"/>
              </a:rPr>
              <a:t>Maven</a:t>
            </a:r>
            <a:endParaRPr sz="800">
              <a:latin typeface="Arial"/>
              <a:ea typeface="Arial"/>
              <a:cs typeface="Arial"/>
            </a:endParaRPr>
          </a:p>
        </p:txBody>
      </p:sp>
      <p:sp>
        <p:nvSpPr>
          <p:cNvPr id="80" name="Text 76">
            <a:extLst xmlns:a="http://schemas.openxmlformats.org/drawingml/2006/main">
              <a:ext uri="{FF2B5EF4-FFF2-40B4-BE49-F238E27FC236}">
                <a16:creationId xmlns:a16="http://schemas.microsoft.com/office/drawing/2014/main" id="{B71A7EDE-5614-4DB5-9DDC-7095163CCC7E}"/>
              </a:ext>
            </a:extLst>
          </p:cNvPr>
          <p:cNvSpPr>
            <a:spLocks xmlns:a="http://schemas.openxmlformats.org/drawingml/2006/main" noGrp="1"/>
          </p:cNvSpPr>
          <p:nvPr/>
        </p:nvSpPr>
        <p:spPr>
          <a:xfrm xmlns:a="http://schemas.openxmlformats.org/drawingml/2006/main">
            <a:off x="5176317" y="2598539"/>
            <a:ext cx="121444" cy="12144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800">
                <a:latin typeface="Arial"/>
                <a:ea typeface="Arial"/>
                <a:cs typeface="Arial"/>
              </a:rPr>
              <a:t>⚒</a:t>
            </a:r>
            <a:endParaRPr sz="800">
              <a:latin typeface="Arial"/>
              <a:ea typeface="Arial"/>
              <a:cs typeface="Arial"/>
            </a:endParaRPr>
          </a:p>
        </p:txBody>
      </p:sp>
      <p:sp>
        <p:nvSpPr>
          <p:cNvPr id="81" name="Text 77">
            <a:extLst xmlns:a="http://schemas.openxmlformats.org/drawingml/2006/main">
              <a:ext uri="{FF2B5EF4-FFF2-40B4-BE49-F238E27FC236}">
                <a16:creationId xmlns:a16="http://schemas.microsoft.com/office/drawing/2014/main" id="{F8413E97-3032-4D66-9016-7F0E72CC7883}"/>
              </a:ext>
            </a:extLst>
          </p:cNvPr>
          <p:cNvSpPr>
            <a:spLocks xmlns:a="http://schemas.openxmlformats.org/drawingml/2006/main" noGrp="1"/>
          </p:cNvSpPr>
          <p:nvPr/>
        </p:nvSpPr>
        <p:spPr>
          <a:xfrm xmlns:a="http://schemas.openxmlformats.org/drawingml/2006/main">
            <a:off x="8020437" y="2594967"/>
            <a:ext cx="661214" cy="16459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dependencias</a:t>
            </a:r>
            <a:endParaRPr sz="800">
              <a:latin typeface="Arial"/>
              <a:ea typeface="Arial"/>
              <a:cs typeface="Arial"/>
            </a:endParaRPr>
          </a:p>
        </p:txBody>
      </p:sp>
      <p:sp>
        <p:nvSpPr>
          <p:cNvPr id="82" name="Text 78">
            <a:extLst xmlns:a="http://schemas.openxmlformats.org/drawingml/2006/main">
              <a:ext uri="{FF2B5EF4-FFF2-40B4-BE49-F238E27FC236}">
                <a16:creationId xmlns:a16="http://schemas.microsoft.com/office/drawing/2014/main" id="{7ADFA0B9-F78A-4923-963B-ED4026616808}"/>
              </a:ext>
            </a:extLst>
          </p:cNvPr>
          <p:cNvSpPr>
            <a:spLocks xmlns:a="http://schemas.openxmlformats.org/drawingml/2006/main" noGrp="1"/>
          </p:cNvSpPr>
          <p:nvPr/>
        </p:nvSpPr>
        <p:spPr>
          <a:xfrm xmlns:a="http://schemas.openxmlformats.org/drawingml/2006/main">
            <a:off x="5176317" y="2957513"/>
            <a:ext cx="3431902" cy="1735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266"/>
              </a:lnSpc>
              <a:buNone/>
            </a:pPr>
            <a:r>
              <a:rPr sz="800" b="1" spc="17">
                <a:latin typeface="Arial"/>
                <a:ea typeface="Arial"/>
                <a:cs typeface="Arial"/>
              </a:rPr>
              <a:t>Patrones aplicados</a:t>
            </a:r>
            <a:endParaRPr sz="800">
              <a:latin typeface="Arial"/>
              <a:ea typeface="Arial"/>
              <a:cs typeface="Arial"/>
            </a:endParaRPr>
          </a:p>
        </p:txBody>
      </p:sp>
      <p:sp>
        <p:nvSpPr>
          <p:cNvPr id="83" name="Text 79">
            <a:extLst xmlns:a="http://schemas.openxmlformats.org/drawingml/2006/main">
              <a:ext uri="{FF2B5EF4-FFF2-40B4-BE49-F238E27FC236}">
                <a16:creationId xmlns:a16="http://schemas.microsoft.com/office/drawing/2014/main" id="{2A1F250C-44D2-431B-8C50-996D70B1B402}"/>
              </a:ext>
            </a:extLst>
          </p:cNvPr>
          <p:cNvSpPr>
            <a:spLocks xmlns:a="http://schemas.openxmlformats.org/drawingml/2006/main" noGrp="1"/>
          </p:cNvSpPr>
          <p:nvPr/>
        </p:nvSpPr>
        <p:spPr>
          <a:xfrm xmlns:a="http://schemas.openxmlformats.org/drawingml/2006/main">
            <a:off x="5176317" y="3205458"/>
            <a:ext cx="396143" cy="279206"/>
          </a:xfrm>
          <a:prstGeom xmlns:a="http://schemas.openxmlformats.org/drawingml/2006/main" prst="roundRect">
            <a:avLst>
              <a:gd name="adj" fmla="val 3408048"/>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sz="800">
              <a:latin typeface="Arial"/>
              <a:ea typeface="Arial"/>
              <a:cs typeface="Arial"/>
            </a:endParaRPr>
          </a:p>
        </p:txBody>
      </p:sp>
      <p:sp>
        <p:nvSpPr>
          <p:cNvPr id="84" name="Text 80">
            <a:extLst xmlns:a="http://schemas.openxmlformats.org/drawingml/2006/main">
              <a:ext uri="{FF2B5EF4-FFF2-40B4-BE49-F238E27FC236}">
                <a16:creationId xmlns:a16="http://schemas.microsoft.com/office/drawing/2014/main" id="{53A72213-BA1C-412F-BC68-E024711C3972}"/>
              </a:ext>
            </a:extLst>
          </p:cNvPr>
          <p:cNvSpPr>
            <a:spLocks xmlns:a="http://schemas.openxmlformats.org/drawingml/2006/main" noGrp="1"/>
          </p:cNvSpPr>
          <p:nvPr/>
        </p:nvSpPr>
        <p:spPr>
          <a:xfrm xmlns:a="http://schemas.openxmlformats.org/drawingml/2006/main">
            <a:off x="5176317" y="3218259"/>
            <a:ext cx="396143" cy="25360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1097"/>
              </a:lnSpc>
              <a:buNone/>
            </a:pPr>
            <a:r>
              <a:rPr sz="800" spc="37">
                <a:latin typeface="Arial"/>
                <a:ea typeface="Arial"/>
                <a:cs typeface="Arial"/>
              </a:rPr>
              <a:t>MVC</a:t>
            </a:r>
            <a:endParaRPr sz="800">
              <a:latin typeface="Arial"/>
              <a:ea typeface="Arial"/>
              <a:cs typeface="Arial"/>
            </a:endParaRPr>
          </a:p>
        </p:txBody>
      </p:sp>
      <p:sp>
        <p:nvSpPr>
          <p:cNvPr id="85" name="Text 81">
            <a:extLst xmlns:a="http://schemas.openxmlformats.org/drawingml/2006/main">
              <a:ext uri="{FF2B5EF4-FFF2-40B4-BE49-F238E27FC236}">
                <a16:creationId xmlns:a16="http://schemas.microsoft.com/office/drawing/2014/main" id="{09A1C990-17B3-4E08-9F78-CB6E0BE4D7C6}"/>
              </a:ext>
            </a:extLst>
          </p:cNvPr>
          <p:cNvSpPr>
            <a:spLocks xmlns:a="http://schemas.openxmlformats.org/drawingml/2006/main" noGrp="1"/>
          </p:cNvSpPr>
          <p:nvPr/>
        </p:nvSpPr>
        <p:spPr>
          <a:xfrm xmlns:a="http://schemas.openxmlformats.org/drawingml/2006/main">
            <a:off x="5658185" y="3205458"/>
            <a:ext cx="396143" cy="279206"/>
          </a:xfrm>
          <a:prstGeom xmlns:a="http://schemas.openxmlformats.org/drawingml/2006/main" prst="roundRect">
            <a:avLst>
              <a:gd name="adj" fmla="val 3408048"/>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sz="800">
              <a:latin typeface="Arial"/>
              <a:ea typeface="Arial"/>
              <a:cs typeface="Arial"/>
            </a:endParaRPr>
          </a:p>
        </p:txBody>
      </p:sp>
      <p:sp>
        <p:nvSpPr>
          <p:cNvPr id="86" name="Text 82">
            <a:extLst xmlns:a="http://schemas.openxmlformats.org/drawingml/2006/main">
              <a:ext uri="{FF2B5EF4-FFF2-40B4-BE49-F238E27FC236}">
                <a16:creationId xmlns:a16="http://schemas.microsoft.com/office/drawing/2014/main" id="{687EBC3D-820C-42D5-BAD2-C3BED6258CFF}"/>
              </a:ext>
            </a:extLst>
          </p:cNvPr>
          <p:cNvSpPr>
            <a:spLocks xmlns:a="http://schemas.openxmlformats.org/drawingml/2006/main" noGrp="1"/>
          </p:cNvSpPr>
          <p:nvPr/>
        </p:nvSpPr>
        <p:spPr>
          <a:xfrm xmlns:a="http://schemas.openxmlformats.org/drawingml/2006/main">
            <a:off x="5658185" y="3218259"/>
            <a:ext cx="396143" cy="25360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1097"/>
              </a:lnSpc>
              <a:buNone/>
            </a:pPr>
            <a:r>
              <a:rPr sz="800" spc="37">
                <a:latin typeface="Arial"/>
                <a:ea typeface="Arial"/>
                <a:cs typeface="Arial"/>
              </a:rPr>
              <a:t>DAO</a:t>
            </a:r>
            <a:endParaRPr sz="800">
              <a:latin typeface="Arial"/>
              <a:ea typeface="Arial"/>
              <a:cs typeface="Arial"/>
            </a:endParaRPr>
          </a:p>
        </p:txBody>
      </p:sp>
      <p:sp>
        <p:nvSpPr>
          <p:cNvPr id="87" name="Text 83">
            <a:extLst xmlns:a="http://schemas.openxmlformats.org/drawingml/2006/main">
              <a:ext uri="{FF2B5EF4-FFF2-40B4-BE49-F238E27FC236}">
                <a16:creationId xmlns:a16="http://schemas.microsoft.com/office/drawing/2014/main" id="{7AEC7291-068C-4A9C-9E82-A4FD7B7D120B}"/>
              </a:ext>
            </a:extLst>
          </p:cNvPr>
          <p:cNvSpPr>
            <a:spLocks xmlns:a="http://schemas.openxmlformats.org/drawingml/2006/main" noGrp="1"/>
          </p:cNvSpPr>
          <p:nvPr/>
        </p:nvSpPr>
        <p:spPr>
          <a:xfrm xmlns:a="http://schemas.openxmlformats.org/drawingml/2006/main">
            <a:off x="5176317" y="3543300"/>
            <a:ext cx="3431902" cy="34015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0"/>
              </a:lnSpc>
              <a:buNone/>
            </a:pPr>
            <a:r>
              <a:rPr sz="800">
                <a:latin typeface="Arial"/>
                <a:ea typeface="Arial"/>
                <a:cs typeface="Arial"/>
              </a:rPr>
              <a:t>La vista (</a:t>
            </a:r>
            <a:r>
              <a:rPr sz="800">
                <a:latin typeface="Arial"/>
                <a:ea typeface="Arial"/>
                <a:cs typeface="Arial"/>
              </a:rPr>
              <a:t>FXML</a:t>
            </a:r>
            <a:r>
              <a:rPr sz="800">
                <a:latin typeface="Arial"/>
                <a:ea typeface="Arial"/>
                <a:cs typeface="Arial"/>
              </a:rPr>
              <a:t>) se separa del controlador y del acceso a datos. Cada DAO encapsula el SQL contra PostgreSQL, centralizando la conexión en </a:t>
            </a:r>
            <a:r>
              <a:rPr sz="800">
                <a:latin typeface="Arial"/>
                <a:ea typeface="Arial"/>
                <a:cs typeface="Arial"/>
              </a:rPr>
              <a:t>PostgreSQLConnection</a:t>
            </a:r>
            <a:r>
              <a:rPr sz="800">
                <a:latin typeface="Arial"/>
                <a:ea typeface="Arial"/>
                <a:cs typeface="Arial"/>
              </a:rPr>
              <a:t>.</a:t>
            </a:r>
            <a:endParaRPr sz="800">
              <a:latin typeface="Arial"/>
              <a:ea typeface="Arial"/>
              <a:cs typeface="Arial"/>
            </a:endParaRPr>
          </a:p>
        </p:txBody>
      </p:sp>
      <p:sp>
        <p:nvSpPr>
          <p:cNvPr id="88" name="">
            <a:extLst xmlns:a="http://schemas.openxmlformats.org/drawingml/2006/main">
              <a:ext uri="{FF2B5EF4-FFF2-40B4-BE49-F238E27FC236}">
                <a16:creationId xmlns:a16="http://schemas.microsoft.com/office/drawing/2014/main" id="{22ADFC39-54D8-41C9-B2EC-4E1804794DA4}"/>
              </a:ext>
            </a:extLst>
          </p:cNvPr>
          <p:cNvSpPr>
            <a:spLocks xmlns:a="http://schemas.openxmlformats.org/drawingml/2006/main" noGrp="1"/>
          </p:cNvSpPr>
          <p:nvPr/>
        </p:nvSpPr>
        <p:spPr>
          <a:xfrm xmlns:a="http://schemas.openxmlformats.org/drawingml/2006/main">
            <a:off x="2000250" y="2343150"/>
            <a:ext cx="1381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0">
                <a:solidFill>
                  <a:srgbClr val="222222"/>
                </a:solidFill>
              </a:defRPr>
            </a:defPPr>
            <a:lvl1pPr>
              <a:defRPr sz="825" b="0">
                <a:solidFill>
                  <a:srgbClr val="222222"/>
                </a:solidFill>
              </a:defRPr>
            </a:lvl1pPr>
            <a:lvl2pPr>
              <a:defRPr sz="825" b="0">
                <a:solidFill>
                  <a:srgbClr val="222222"/>
                </a:solidFill>
              </a:defRPr>
            </a:lvl2pPr>
            <a:lvl3pPr>
              <a:defRPr sz="825" b="0">
                <a:solidFill>
                  <a:srgbClr val="222222"/>
                </a:solidFill>
              </a:defRPr>
            </a:lvl3pPr>
            <a:lvl4pPr>
              <a:defRPr sz="825" b="0">
                <a:solidFill>
                  <a:srgbClr val="222222"/>
                </a:solidFill>
              </a:defRPr>
            </a:lvl4pPr>
            <a:lvl5pPr>
              <a:defRPr sz="825" b="0">
                <a:solidFill>
                  <a:srgbClr val="222222"/>
                </a:solidFill>
              </a:defRPr>
            </a:lvl5pPr>
            <a:lvl6pPr>
              <a:defRPr sz="825" b="0">
                <a:solidFill>
                  <a:srgbClr val="222222"/>
                </a:solidFill>
              </a:defRPr>
            </a:lvl6pPr>
            <a:lvl7pPr>
              <a:defRPr sz="825" b="0">
                <a:solidFill>
                  <a:srgbClr val="222222"/>
                </a:solidFill>
              </a:defRPr>
            </a:lvl7pPr>
            <a:lvl8pPr>
              <a:defRPr sz="825" b="0">
                <a:solidFill>
                  <a:srgbClr val="222222"/>
                </a:solidFill>
              </a:defRPr>
            </a:lvl8pPr>
            <a:lvl9pPr>
              <a:defRPr sz="825" b="0">
                <a:solidFill>
                  <a:srgbClr val="222222"/>
                </a:solidFill>
              </a:defRPr>
            </a:lvl9pPr>
          </a:lstStyle>
          <a:p xmlns:a="http://schemas.openxmlformats.org/drawingml/2006/main">
            <a:pPr>
              <a:defRPr sz="825" b="0">
                <a:solidFill>
                  <a:srgbClr val="222222"/>
                </a:solidFill>
              </a:defRPr>
            </a:pPr>
            <a:r>
              <a:rPr sz="825" b="0">
                <a:solidFill>
                  <a:srgbClr val="222222"/>
                </a:solidFill>
              </a:rPr>
              <a:t>UsuarioDAO</a:t>
            </a:r>
          </a:p>
        </p:txBody>
      </p:sp>
    </p:spTree>
    <p:extLst>
      <p:ext uri="{BB962C8B-B14F-4D97-AF65-F5344CB8AC3E}">
        <p14:creationId xmlns:p14="http://schemas.microsoft.com/office/powerpoint/2010/main" val="914499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641CB33C-78B3-4F77-972D-36E97DF20E46}"/>
              </a:ext>
            </a:extLst>
          </p:cNvPr>
          <p:cNvSpPr>
            <a:spLocks xmlns:a="http://schemas.openxmlformats.org/drawingml/2006/main" noGrp="1"/>
          </p:cNvSpPr>
          <p:nvPr/>
        </p:nvSpPr>
        <p:spPr>
          <a:xfrm xmlns:a="http://schemas.openxmlformats.org/drawingml/2006/main">
            <a:off x="661987" y="372784"/>
            <a:ext cx="7820025" cy="1943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La aplicación separa las vistas FXML, los controladores y los modelos. Cinco clases DAO concentran el acceso a PostgreSQL, incluida UsuarioDAO para la autenticación.</a:t>
            </a:r>
          </a:p>
          <a:p xmlns:a="http://schemas.openxmlformats.org/drawingml/2006/main">
            <a:pPr algn="just">
              <a:buNone/>
            </a:pPr>
            <a:r>
              <a:t/>
            </a:r>
            <a:endParaRPr/>
          </a:p>
          <a:p xmlns:a="http://schemas.openxmlformats.org/drawingml/2006/main">
            <a:pPr algn="just">
              <a:buNone/>
            </a:pPr>
            <a:r>
              <a:t>PacienteValidator reúne las reglas de validación y ExcelExporter genera los archivos Excel. Esta separación permite explicar MVC, DAO y la responsabilidad única de SOLID con ejemplos concretos.</a:t>
            </a:r>
          </a:p>
          <a:p xmlns:a="http://schemas.openxmlformats.org/drawingml/2006/main">
            <a:pPr algn="just">
              <a:buNone/>
            </a:pPr>
            <a:r>
              <a:t/>
            </a:r>
            <a:endParaRPr/>
          </a:p>
          <a:p xmlns:a="http://schemas.openxmlformats.org/drawingml/2006/main">
            <a:pPr algn="just">
              <a:buNone/>
            </a:pPr>
            <a:r>
              <a:t>El pom.xml actual configura Java 25 y JavaFX 21.0.7. La referencia anterior a Java 17 corresponde a una etapa previa del diseño.</a:t>
            </a:r>
            <a:endParaRPr/>
          </a:p>
        </p:txBody>
      </p:sp>
    </p:spTree>
    <p:extLst>
      <p:ext uri="{BB962C8B-B14F-4D97-AF65-F5344CB8AC3E}">
        <p14:creationId xmlns:p14="http://schemas.microsoft.com/office/powerpoint/2010/main" val="30766206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Text 1">
            <a:extLst xmlns:a="http://schemas.openxmlformats.org/drawingml/2006/main">
              <a:ext uri="{FF2B5EF4-FFF2-40B4-BE49-F238E27FC236}">
                <a16:creationId xmlns:a16="http://schemas.microsoft.com/office/drawing/2014/main" id="{C5AFDD33-8BC1-42A1-89F5-1C5FAC8D2911}"/>
              </a:ext>
            </a:extLst>
          </p:cNvPr>
          <p:cNvSpPr>
            <a:spLocks xmlns:a="http://schemas.openxmlformats.org/drawingml/2006/main" noGrp="1"/>
          </p:cNvSpPr>
          <p:nvPr/>
        </p:nvSpPr>
        <p:spPr>
          <a:xfrm xmlns:a="http://schemas.openxmlformats.org/drawingml/2006/main">
            <a:off x="805904" y="357188"/>
            <a:ext cx="254384" cy="157163"/>
          </a:xfrm>
          <a:prstGeom xmlns:a="http://schemas.openxmlformats.org/drawingml/2006/main" prst="roundRect">
            <a:avLst>
              <a:gd name="adj" fmla="val 24242"/>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 name="Text 2">
            <a:extLst xmlns:a="http://schemas.openxmlformats.org/drawingml/2006/main">
              <a:ext uri="{FF2B5EF4-FFF2-40B4-BE49-F238E27FC236}">
                <a16:creationId xmlns:a16="http://schemas.microsoft.com/office/drawing/2014/main" id="{9B67BFDE-676E-410A-AA30-2286BE041AC6}"/>
              </a:ext>
            </a:extLst>
          </p:cNvPr>
          <p:cNvSpPr>
            <a:spLocks xmlns:a="http://schemas.openxmlformats.org/drawingml/2006/main" noGrp="1"/>
          </p:cNvSpPr>
          <p:nvPr/>
        </p:nvSpPr>
        <p:spPr>
          <a:xfrm xmlns:a="http://schemas.openxmlformats.org/drawingml/2006/main">
            <a:off x="400050" y="378619"/>
            <a:ext cx="2375943"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01">
                <a:latin typeface="Arial"/>
                <a:ea typeface="Arial"/>
                <a:cs typeface="Arial"/>
              </a:rPr>
              <a:t>BLOQUE · DISEÑO DE CLASES</a:t>
            </a:r>
            <a:endParaRPr sz="800">
              <a:latin typeface="Arial"/>
              <a:ea typeface="Arial"/>
              <a:cs typeface="Arial"/>
            </a:endParaRPr>
          </a:p>
        </p:txBody>
      </p:sp>
      <p:sp>
        <p:nvSpPr>
          <p:cNvPr id="7" name="Text 3">
            <a:extLst xmlns:a="http://schemas.openxmlformats.org/drawingml/2006/main">
              <a:ext uri="{FF2B5EF4-FFF2-40B4-BE49-F238E27FC236}">
                <a16:creationId xmlns:a16="http://schemas.microsoft.com/office/drawing/2014/main" id="{6F3F4A73-D3BB-438D-8073-8923DA72C71A}"/>
              </a:ext>
            </a:extLst>
          </p:cNvPr>
          <p:cNvSpPr>
            <a:spLocks xmlns:a="http://schemas.openxmlformats.org/drawingml/2006/main" noGrp="1"/>
          </p:cNvSpPr>
          <p:nvPr/>
        </p:nvSpPr>
        <p:spPr>
          <a:xfrm xmlns:a="http://schemas.openxmlformats.org/drawingml/2006/main">
            <a:off x="794931" y="347758"/>
            <a:ext cx="276330" cy="176022"/>
          </a:xfrm>
          <a:prstGeom xmlns:a="http://schemas.openxmlformats.org/drawingml/2006/main" prst="roundRect">
            <a:avLst>
              <a:gd name="adj" fmla="val 21645"/>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 name="Text 4">
            <a:extLst xmlns:a="http://schemas.openxmlformats.org/drawingml/2006/main">
              <a:ext uri="{FF2B5EF4-FFF2-40B4-BE49-F238E27FC236}">
                <a16:creationId xmlns:a16="http://schemas.microsoft.com/office/drawing/2014/main" id="{0CD4E6FD-8D88-4685-94A7-1CE54F31EE46}"/>
              </a:ext>
            </a:extLst>
          </p:cNvPr>
          <p:cNvSpPr>
            <a:spLocks xmlns:a="http://schemas.openxmlformats.org/drawingml/2006/main" noGrp="1"/>
          </p:cNvSpPr>
          <p:nvPr/>
        </p:nvSpPr>
        <p:spPr>
          <a:xfrm xmlns:a="http://schemas.openxmlformats.org/drawingml/2006/main">
            <a:off x="805904" y="357188"/>
            <a:ext cx="254384" cy="1571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1013"/>
              </a:lnSpc>
              <a:buNone/>
            </a:pPr>
            <a:r>
              <a:rPr sz="800" b="1" spc="101">
                <a:latin typeface="Arial"/>
                <a:ea typeface="Arial"/>
                <a:cs typeface="Arial"/>
              </a:rPr>
              <a:t>03</a:t>
            </a:r>
            <a:endParaRPr sz="800">
              <a:latin typeface="Arial"/>
              <a:ea typeface="Arial"/>
              <a:cs typeface="Arial"/>
            </a:endParaRPr>
          </a:p>
        </p:txBody>
      </p:sp>
      <p:sp>
        <p:nvSpPr>
          <p:cNvPr id="9" name="Text 5">
            <a:extLst xmlns:a="http://schemas.openxmlformats.org/drawingml/2006/main">
              <a:ext uri="{FF2B5EF4-FFF2-40B4-BE49-F238E27FC236}">
                <a16:creationId xmlns:a16="http://schemas.microsoft.com/office/drawing/2014/main" id="{0669D29C-D9D8-41D4-8F9E-BC4CF14161E5}"/>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5"/>
              </a:lnSpc>
              <a:buNone/>
            </a:pPr>
            <a:r>
              <a:rPr sz="2250" b="1" spc="-34">
                <a:latin typeface="Arial"/>
                <a:ea typeface="Arial"/>
                <a:cs typeface="Arial"/>
              </a:rPr>
              <a:t>Módulos desarrollados y clases principales</a:t>
            </a:r>
            <a:endParaRPr sz="2250">
              <a:latin typeface="Arial"/>
              <a:ea typeface="Arial"/>
              <a:cs typeface="Arial"/>
            </a:endParaRPr>
          </a:p>
        </p:txBody>
      </p:sp>
      <p:sp>
        <p:nvSpPr>
          <p:cNvPr id="10" name="Text 6">
            <a:extLst xmlns:a="http://schemas.openxmlformats.org/drawingml/2006/main">
              <a:ext uri="{FF2B5EF4-FFF2-40B4-BE49-F238E27FC236}">
                <a16:creationId xmlns:a16="http://schemas.microsoft.com/office/drawing/2014/main" id="{2271A6A0-B338-4077-8E09-12712F8C093D}"/>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1" name="Text 7">
            <a:extLst xmlns:a="http://schemas.openxmlformats.org/drawingml/2006/main">
              <a:ext uri="{FF2B5EF4-FFF2-40B4-BE49-F238E27FC236}">
                <a16:creationId xmlns:a16="http://schemas.microsoft.com/office/drawing/2014/main" id="{8683674F-54D8-45A7-A3ED-CA032F657EEF}"/>
              </a:ext>
            </a:extLst>
          </p:cNvPr>
          <p:cNvSpPr>
            <a:spLocks xmlns:a="http://schemas.openxmlformats.org/drawingml/2006/main" noGrp="1"/>
          </p:cNvSpPr>
          <p:nvPr/>
        </p:nvSpPr>
        <p:spPr>
          <a:xfrm xmlns:a="http://schemas.openxmlformats.org/drawingml/2006/main">
            <a:off x="400050" y="1200150"/>
            <a:ext cx="8636000" cy="1422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86"/>
              </a:lnSpc>
              <a:buNone/>
            </a:pPr>
            <a:r>
              <a:rPr sz="800" spc="106">
                <a:latin typeface="Arial"/>
                <a:ea typeface="Arial"/>
                <a:cs typeface="Arial"/>
              </a:rPr>
              <a:t>INVENTARIO DE MÓDULOS · 6 MÓDULOS CODIFICADOS</a:t>
            </a:r>
            <a:endParaRPr sz="800">
              <a:latin typeface="Arial"/>
              <a:ea typeface="Arial"/>
              <a:cs typeface="Arial"/>
            </a:endParaRPr>
          </a:p>
        </p:txBody>
      </p:sp>
      <p:graphicFrame>
        <p:nvGraphicFramePr>
          <p:cNvPr id="12" name="Table 0">
            <a:extLst xmlns:a="http://schemas.openxmlformats.org/drawingml/2006/main">
              <a:ext uri="{FF2B5EF4-FFF2-40B4-BE49-F238E27FC236}">
                <a16:creationId xmlns:a16="http://schemas.microsoft.com/office/drawing/2014/main" id="{312EB695-0332-4F8C-B40F-36ADAD7E56EA}"/>
              </a:ext>
            </a:extLst>
          </p:cNvPr>
          <p:cNvGraphicFramePr/>
          <p:nvPr/>
        </p:nvGraphicFramePr>
        <p:xfrm>
          <a:off xmlns:a="http://schemas.openxmlformats.org/drawingml/2006/main" x="400050" y="1369814"/>
          <a:ext xmlns:a="http://schemas.openxmlformats.org/drawingml/2006/main" cx="8329613" cy="2147413"/>
        </p:xfrm>
        <a:graphic xmlns:a="http://schemas.openxmlformats.org/drawingml/2006/main">
          <a:graphicData uri="http://schemas.openxmlformats.org/drawingml/2006/table">
            <a:tbl>
              <a:tblPr/>
              <a:tblGrid>
                <a:gridCol w="1166106"/>
                <a:gridCol w="2665400"/>
                <a:gridCol w="3331778"/>
                <a:gridCol w="1166329"/>
              </a:tblGrid>
              <a:tr h="0">
                <a:tc>
                  <a:txBody>
                    <a:bodyPr/>
                    <a:lstStyle/>
                    <a:p>
                      <a:pPr marL="0" indent="0" algn="l">
                        <a:buNone/>
                      </a:pPr>
                      <a:r>
                        <a:rPr sz="800" b="1">
                          <a:solidFill>
                            <a:schemeClr val="tx1"/>
                          </a:solidFill>
                          <a:latin typeface="Arial"/>
                          <a:ea typeface="Arial"/>
                          <a:cs typeface="Arial"/>
                        </a:rPr>
                        <a:t>Módulo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solidFill>
                      <a:srgbClr val="06B6D4">
                        <a:alpha val="12000"/>
                      </a:srgbClr>
                    </a:solidFill>
                  </a:tcPr>
                </a:tc>
                <a:tc>
                  <a:txBody>
                    <a:bodyPr/>
                    <a:lstStyle/>
                    <a:p>
                      <a:pPr marL="0" indent="0" algn="l">
                        <a:buNone/>
                      </a:pPr>
                      <a:r>
                        <a:rPr sz="800" b="1">
                          <a:solidFill>
                            <a:schemeClr val="tx1"/>
                          </a:solidFill>
                          <a:latin typeface="Arial"/>
                          <a:ea typeface="Arial"/>
                          <a:cs typeface="Arial"/>
                        </a:rPr>
                        <a:t>Clases principales</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solidFill>
                      <a:srgbClr val="06B6D4">
                        <a:alpha val="12000"/>
                      </a:srgbClr>
                    </a:solidFill>
                  </a:tcPr>
                </a:tc>
                <a:tc>
                  <a:txBody>
                    <a:bodyPr/>
                    <a:lstStyle/>
                    <a:p>
                      <a:pPr marL="0" indent="0" algn="l">
                        <a:buNone/>
                      </a:pPr>
                      <a:r>
                        <a:rPr sz="800" b="1">
                          <a:solidFill>
                            <a:schemeClr val="tx1"/>
                          </a:solidFill>
                          <a:latin typeface="Arial"/>
                          <a:ea typeface="Arial"/>
                          <a:cs typeface="Arial"/>
                        </a:rPr>
                        <a:t>Funcionalidad implementada</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solidFill>
                      <a:srgbClr val="06B6D4">
                        <a:alpha val="12000"/>
                      </a:srgbClr>
                    </a:solidFill>
                  </a:tcPr>
                </a:tc>
                <a:tc>
                  <a:txBody>
                    <a:bodyPr/>
                    <a:lstStyle/>
                    <a:p>
                      <a:pPr marL="0" indent="0" algn="l">
                        <a:buNone/>
                      </a:pPr>
                      <a:r>
                        <a:rPr sz="800" b="1">
                          <a:solidFill>
                            <a:schemeClr val="tx1"/>
                          </a:solidFill>
                          <a:latin typeface="Arial"/>
                          <a:ea typeface="Arial"/>
                          <a:cs typeface="Arial"/>
                        </a:rPr>
                        <a:t>Estado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solidFill>
                      <a:srgbClr val="06B6D4">
                        <a:alpha val="12000"/>
                      </a:srgbClr>
                    </a:solidFill>
                  </a:tcPr>
                </a:tc>
              </a:tr>
              <a:tr h="0">
                <a:tc>
                  <a:txBody>
                    <a:bodyPr/>
                    <a:lstStyle/>
                    <a:p>
                      <a:pPr marL="0" indent="0" algn="l">
                        <a:buNone/>
                      </a:pPr>
                      <a:r>
                        <a:rPr sz="800">
                          <a:solidFill>
                            <a:schemeClr val="tx1"/>
                          </a:solidFill>
                          <a:latin typeface="Arial"/>
                          <a:ea typeface="Arial"/>
                          <a:cs typeface="Arial"/>
                        </a:rPr>
                        <a:t>✦Login</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LoginController / UsuarioDAO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Inicio de sesión y validación de campos obligatorios RF001</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Funcional con BCrypt</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r h="0">
                <a:tc>
                  <a:txBody>
                    <a:bodyPr/>
                    <a:lstStyle/>
                    <a:p>
                      <a:pPr marL="0" indent="0" algn="l">
                        <a:buNone/>
                      </a:pPr>
                      <a:r>
                        <a:rPr sz="800">
                          <a:solidFill>
                            <a:schemeClr val="tx1"/>
                          </a:solidFill>
                          <a:latin typeface="Arial"/>
                          <a:ea typeface="Arial"/>
                          <a:cs typeface="Arial"/>
                        </a:rPr>
                        <a:t>▦Dashboard</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DashboardController·DashboardHomeController</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Panel principal con KPIs de pacientes, doctores y citas RF002</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✓Completo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r h="0">
                <a:tc>
                  <a:txBody>
                    <a:bodyPr/>
                    <a:lstStyle/>
                    <a:p>
                      <a:pPr marL="0" indent="0" algn="l">
                        <a:buNone/>
                      </a:pPr>
                      <a:r>
                        <a:rPr sz="800">
                          <a:solidFill>
                            <a:schemeClr val="tx1"/>
                          </a:solidFill>
                          <a:latin typeface="Arial"/>
                          <a:ea typeface="Arial"/>
                          <a:cs typeface="Arial"/>
                        </a:rPr>
                        <a:t>♟Pacientes</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PacientesController·PacienteDAO·Paciente</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Registro, búsqueda, actualización y eliminación RF003–RF005</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✓Completo (CRUD)</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r h="0">
                <a:tc>
                  <a:txBody>
                    <a:bodyPr/>
                    <a:lstStyle/>
                    <a:p>
                      <a:pPr marL="0" indent="0" algn="l">
                        <a:buNone/>
                      </a:pPr>
                      <a:r>
                        <a:rPr sz="800">
                          <a:solidFill>
                            <a:schemeClr val="tx1"/>
                          </a:solidFill>
                          <a:latin typeface="Arial"/>
                          <a:ea typeface="Arial"/>
                          <a:cs typeface="Arial"/>
                        </a:rPr>
                        <a:t>✚Doctores</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DoctoresController·DoctorDAO·Doctor</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Registro, consulta, actualización y eliminación RF006</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✓Completo (CRUD)</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r h="0">
                <a:tc>
                  <a:txBody>
                    <a:bodyPr/>
                    <a:lstStyle/>
                    <a:p>
                      <a:pPr marL="0" indent="0" algn="l">
                        <a:buNone/>
                      </a:pPr>
                      <a:r>
                        <a:rPr sz="800">
                          <a:solidFill>
                            <a:schemeClr val="tx1"/>
                          </a:solidFill>
                          <a:latin typeface="Arial"/>
                          <a:ea typeface="Arial"/>
                          <a:cs typeface="Arial"/>
                        </a:rPr>
                        <a:t>▦Citas</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CitasController·CitaDAO·Cita</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Programación de citas y gestión de estado RF007–RF008</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✓Completo (CRUD)</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r h="0">
                <a:tc>
                  <a:txBody>
                    <a:bodyPr/>
                    <a:lstStyle/>
                    <a:p>
                      <a:pPr marL="0" indent="0" algn="l">
                        <a:buNone/>
                      </a:pPr>
                      <a:r>
                        <a:rPr sz="800">
                          <a:solidFill>
                            <a:schemeClr val="tx1"/>
                          </a:solidFill>
                          <a:latin typeface="Arial"/>
                          <a:ea typeface="Arial"/>
                          <a:cs typeface="Arial"/>
                        </a:rPr>
                        <a:t>▣Historial clínico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HistorialController·HistorialClinicoDAO·HistorialClinico</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Registro y consulta de diagnóstico, tratamiento y signos vitales RF009–RF010</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c>
                  <a:txBody>
                    <a:bodyPr/>
                    <a:lstStyle/>
                    <a:p>
                      <a:pPr marL="0" indent="0" algn="l">
                        <a:buNone/>
                      </a:pPr>
                      <a:r>
                        <a:rPr sz="800">
                          <a:solidFill>
                            <a:schemeClr val="tx1"/>
                          </a:solidFill>
                          <a:latin typeface="Arial"/>
                          <a:ea typeface="Arial"/>
                          <a:cs typeface="Arial"/>
                        </a:rPr>
                        <a:t>✓Completo (CRUD)</a:t>
                      </a:r>
                      <a:endParaRPr sz="800">
                        <a:solidFill>
                          <a:schemeClr val="tx1"/>
                        </a:solidFill>
                        <a:latin typeface="Arial"/>
                        <a:ea typeface="Arial"/>
                        <a:cs typeface="Arial"/>
                      </a:endParaRPr>
                    </a:p>
                  </a:txBody>
                  <a:tcPr marL="64294" marR="85725" marT="85725" marB="64294" anchor="ctr">
                    <a:lnL w="7144" cmpd="sng">
                      <a:solidFill>
                        <a:srgbClr val="1E3A5F"/>
                      </a:solidFill>
                      <a:prstDash val="solid"/>
                    </a:lnL>
                    <a:lnR w="7144" cmpd="sng">
                      <a:solidFill>
                        <a:srgbClr val="1E3A5F"/>
                      </a:solidFill>
                      <a:prstDash val="solid"/>
                    </a:lnR>
                    <a:lnT w="7144" cmpd="sng">
                      <a:solidFill>
                        <a:srgbClr val="1E3A5F"/>
                      </a:solidFill>
                      <a:prstDash val="solid"/>
                    </a:lnT>
                    <a:lnB w="7144" cmpd="sng">
                      <a:solidFill>
                        <a:srgbClr val="1E3A5F"/>
                      </a:solidFill>
                      <a:prstDash val="solid"/>
                    </a:lnB>
                  </a:tcPr>
                </a:tc>
              </a:tr>
            </a:tbl>
          </a:graphicData>
        </a:graphic>
      </p:graphicFrame>
      <p:sp>
        <p:nvSpPr>
          <p:cNvPr id="14" name="Text 9">
            <a:extLst xmlns:a="http://schemas.openxmlformats.org/drawingml/2006/main">
              <a:ext uri="{FF2B5EF4-FFF2-40B4-BE49-F238E27FC236}">
                <a16:creationId xmlns:a16="http://schemas.microsoft.com/office/drawing/2014/main" id="{B6C0F465-C08F-45ED-80E5-31C87B64BEEE}"/>
              </a:ext>
            </a:extLst>
          </p:cNvPr>
          <p:cNvSpPr>
            <a:spLocks xmlns:a="http://schemas.openxmlformats.org/drawingml/2006/main" noGrp="1"/>
          </p:cNvSpPr>
          <p:nvPr/>
        </p:nvSpPr>
        <p:spPr>
          <a:xfrm xmlns:a="http://schemas.openxmlformats.org/drawingml/2006/main">
            <a:off x="521494" y="3991570"/>
            <a:ext cx="2462138" cy="272606"/>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025"/>
              </a:lnSpc>
              <a:buNone/>
            </a:pPr>
            <a:r>
              <a:rPr sz="2025" b="1" spc="-61">
                <a:latin typeface="Arial"/>
                <a:ea typeface="Arial"/>
                <a:cs typeface="Arial"/>
              </a:rPr>
              <a:t>6</a:t>
            </a:r>
            <a:endParaRPr sz="2025">
              <a:latin typeface="Arial"/>
              <a:ea typeface="Arial"/>
              <a:cs typeface="Arial"/>
            </a:endParaRPr>
          </a:p>
        </p:txBody>
      </p:sp>
      <p:sp>
        <p:nvSpPr>
          <p:cNvPr id="15" name="Text 10">
            <a:extLst xmlns:a="http://schemas.openxmlformats.org/drawingml/2006/main">
              <a:ext uri="{FF2B5EF4-FFF2-40B4-BE49-F238E27FC236}">
                <a16:creationId xmlns:a16="http://schemas.microsoft.com/office/drawing/2014/main" id="{E0961B99-381E-470F-9724-8FE49E47012F}"/>
              </a:ext>
            </a:extLst>
          </p:cNvPr>
          <p:cNvSpPr>
            <a:spLocks xmlns:a="http://schemas.openxmlformats.org/drawingml/2006/main" noGrp="1"/>
          </p:cNvSpPr>
          <p:nvPr/>
        </p:nvSpPr>
        <p:spPr>
          <a:xfrm xmlns:a="http://schemas.openxmlformats.org/drawingml/2006/main">
            <a:off x="521494" y="4291608"/>
            <a:ext cx="2462138" cy="126159"/>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92500"/>
          </a:bodyPr>
          <a:lstStyle xmlns:a="http://schemas.openxmlformats.org/drawingml/2006/main"/>
          <a:p xmlns:a="http://schemas.openxmlformats.org/drawingml/2006/main">
            <a:pPr marL="0" indent="0" algn="l">
              <a:lnSpc>
                <a:spcPts val="1097"/>
              </a:lnSpc>
              <a:buNone/>
            </a:pPr>
            <a:r>
              <a:rPr sz="800" b="1">
                <a:latin typeface="Arial"/>
                <a:ea typeface="Arial"/>
                <a:cs typeface="Arial"/>
              </a:rPr>
              <a:t>módulos</a:t>
            </a:r>
            <a:endParaRPr sz="800">
              <a:latin typeface="Arial"/>
              <a:ea typeface="Arial"/>
              <a:cs typeface="Arial"/>
            </a:endParaRPr>
          </a:p>
        </p:txBody>
      </p:sp>
      <p:sp>
        <p:nvSpPr>
          <p:cNvPr id="16" name="Text 11">
            <a:extLst xmlns:a="http://schemas.openxmlformats.org/drawingml/2006/main">
              <a:ext uri="{FF2B5EF4-FFF2-40B4-BE49-F238E27FC236}">
                <a16:creationId xmlns:a16="http://schemas.microsoft.com/office/drawing/2014/main" id="{877C7A60-5012-428B-9080-1AFDD59AA481}"/>
              </a:ext>
            </a:extLst>
          </p:cNvPr>
          <p:cNvSpPr>
            <a:spLocks xmlns:a="http://schemas.openxmlformats.org/drawingml/2006/main" noGrp="1"/>
          </p:cNvSpPr>
          <p:nvPr/>
        </p:nvSpPr>
        <p:spPr>
          <a:xfrm xmlns:a="http://schemas.openxmlformats.org/drawingml/2006/main">
            <a:off x="521494" y="4445198"/>
            <a:ext cx="2462138" cy="11497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906"/>
              </a:lnSpc>
              <a:buNone/>
            </a:pPr>
            <a:r>
              <a:rPr sz="800">
                <a:latin typeface="Arial"/>
                <a:ea typeface="Arial"/>
                <a:cs typeface="Arial"/>
              </a:rPr>
              <a:t>codificados a la fecha</a:t>
            </a:r>
            <a:endParaRPr sz="800">
              <a:latin typeface="Arial"/>
              <a:ea typeface="Arial"/>
              <a:cs typeface="Arial"/>
            </a:endParaRPr>
          </a:p>
        </p:txBody>
      </p:sp>
      <p:sp>
        <p:nvSpPr>
          <p:cNvPr id="18" name="Text 13">
            <a:extLst xmlns:a="http://schemas.openxmlformats.org/drawingml/2006/main">
              <a:ext uri="{FF2B5EF4-FFF2-40B4-BE49-F238E27FC236}">
                <a16:creationId xmlns:a16="http://schemas.microsoft.com/office/drawing/2014/main" id="{DFCD008B-2ED0-4A98-88F3-520658B01E4F}"/>
              </a:ext>
            </a:extLst>
          </p:cNvPr>
          <p:cNvSpPr>
            <a:spLocks xmlns:a="http://schemas.openxmlformats.org/drawingml/2006/main" noGrp="1"/>
          </p:cNvSpPr>
          <p:nvPr/>
        </p:nvSpPr>
        <p:spPr>
          <a:xfrm xmlns:a="http://schemas.openxmlformats.org/drawingml/2006/main">
            <a:off x="3340819" y="3991570"/>
            <a:ext cx="2462250" cy="272606"/>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0"/>
          </a:bodyPr>
          <a:lstStyle xmlns:a="http://schemas.openxmlformats.org/drawingml/2006/main"/>
          <a:p xmlns:a="http://schemas.openxmlformats.org/drawingml/2006/main">
            <a:pPr marL="0" indent="0" algn="l">
              <a:lnSpc>
                <a:spcPts val="2025"/>
              </a:lnSpc>
              <a:buNone/>
            </a:pPr>
            <a:r>
              <a:rPr sz="2025" b="1" spc="-61">
                <a:latin typeface="Arial"/>
                <a:ea typeface="Arial"/>
                <a:cs typeface="Arial"/>
              </a:rPr>
              <a:t>4 CRUD</a:t>
            </a:r>
            <a:endParaRPr sz="2025">
              <a:latin typeface="Arial"/>
              <a:ea typeface="Arial"/>
              <a:cs typeface="Arial"/>
            </a:endParaRPr>
          </a:p>
        </p:txBody>
      </p:sp>
      <p:sp>
        <p:nvSpPr>
          <p:cNvPr id="19" name="Text 14">
            <a:extLst xmlns:a="http://schemas.openxmlformats.org/drawingml/2006/main">
              <a:ext uri="{FF2B5EF4-FFF2-40B4-BE49-F238E27FC236}">
                <a16:creationId xmlns:a16="http://schemas.microsoft.com/office/drawing/2014/main" id="{B43B1BBA-D25B-4772-A642-4BF9C0F55C20}"/>
              </a:ext>
            </a:extLst>
          </p:cNvPr>
          <p:cNvSpPr>
            <a:spLocks xmlns:a="http://schemas.openxmlformats.org/drawingml/2006/main" noGrp="1"/>
          </p:cNvSpPr>
          <p:nvPr/>
        </p:nvSpPr>
        <p:spPr>
          <a:xfrm xmlns:a="http://schemas.openxmlformats.org/drawingml/2006/main">
            <a:off x="3340819" y="4291608"/>
            <a:ext cx="2462250" cy="126159"/>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92500"/>
          </a:bodyPr>
          <a:lstStyle xmlns:a="http://schemas.openxmlformats.org/drawingml/2006/main"/>
          <a:p xmlns:a="http://schemas.openxmlformats.org/drawingml/2006/main">
            <a:pPr marL="0" indent="0" algn="l">
              <a:lnSpc>
                <a:spcPts val="1097"/>
              </a:lnSpc>
              <a:buNone/>
            </a:pPr>
            <a:r>
              <a:rPr sz="800" b="1">
                <a:latin typeface="Arial"/>
                <a:ea typeface="Arial"/>
                <a:cs typeface="Arial"/>
              </a:rPr>
              <a:t>CRUD completos</a:t>
            </a:r>
            <a:endParaRPr sz="800">
              <a:latin typeface="Arial"/>
              <a:ea typeface="Arial"/>
              <a:cs typeface="Arial"/>
            </a:endParaRPr>
          </a:p>
        </p:txBody>
      </p:sp>
      <p:sp>
        <p:nvSpPr>
          <p:cNvPr id="20" name="Text 15">
            <a:extLst xmlns:a="http://schemas.openxmlformats.org/drawingml/2006/main">
              <a:ext uri="{FF2B5EF4-FFF2-40B4-BE49-F238E27FC236}">
                <a16:creationId xmlns:a16="http://schemas.microsoft.com/office/drawing/2014/main" id="{58542F67-8683-408D-A150-3A3B3E828113}"/>
              </a:ext>
            </a:extLst>
          </p:cNvPr>
          <p:cNvSpPr>
            <a:spLocks xmlns:a="http://schemas.openxmlformats.org/drawingml/2006/main" noGrp="1"/>
          </p:cNvSpPr>
          <p:nvPr/>
        </p:nvSpPr>
        <p:spPr>
          <a:xfrm xmlns:a="http://schemas.openxmlformats.org/drawingml/2006/main">
            <a:off x="3340819" y="4445198"/>
            <a:ext cx="2571978" cy="11497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6"/>
              </a:lnSpc>
              <a:buNone/>
            </a:pPr>
            <a:r>
              <a:rPr sz="800">
                <a:latin typeface="Arial"/>
                <a:ea typeface="Arial"/>
                <a:cs typeface="Arial"/>
              </a:rPr>
              <a:t>Login integrado con UsuarioDAO</a:t>
            </a:r>
            <a:endParaRPr sz="800">
              <a:latin typeface="Arial"/>
              <a:ea typeface="Arial"/>
              <a:cs typeface="Arial"/>
            </a:endParaRPr>
          </a:p>
        </p:txBody>
      </p:sp>
      <p:sp>
        <p:nvSpPr>
          <p:cNvPr id="22" name="Text 17">
            <a:extLst xmlns:a="http://schemas.openxmlformats.org/drawingml/2006/main">
              <a:ext uri="{FF2B5EF4-FFF2-40B4-BE49-F238E27FC236}">
                <a16:creationId xmlns:a16="http://schemas.microsoft.com/office/drawing/2014/main" id="{D8FA0374-947D-445D-B69E-049211FBB8B0}"/>
              </a:ext>
            </a:extLst>
          </p:cNvPr>
          <p:cNvSpPr>
            <a:spLocks xmlns:a="http://schemas.openxmlformats.org/drawingml/2006/main" noGrp="1"/>
          </p:cNvSpPr>
          <p:nvPr/>
        </p:nvSpPr>
        <p:spPr>
          <a:xfrm xmlns:a="http://schemas.openxmlformats.org/drawingml/2006/main">
            <a:off x="6160257" y="3991570"/>
            <a:ext cx="2462138" cy="272606"/>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025"/>
              </a:lnSpc>
              <a:buNone/>
            </a:pPr>
            <a:r>
              <a:rPr sz="2025" b="1" spc="-61">
                <a:latin typeface="Arial"/>
                <a:ea typeface="Arial"/>
                <a:cs typeface="Arial"/>
              </a:rPr>
              <a:t>10</a:t>
            </a:r>
            <a:endParaRPr sz="2025">
              <a:latin typeface="Arial"/>
              <a:ea typeface="Arial"/>
              <a:cs typeface="Arial"/>
            </a:endParaRPr>
          </a:p>
        </p:txBody>
      </p:sp>
      <p:sp>
        <p:nvSpPr>
          <p:cNvPr id="23" name="Text 18">
            <a:extLst xmlns:a="http://schemas.openxmlformats.org/drawingml/2006/main">
              <a:ext uri="{FF2B5EF4-FFF2-40B4-BE49-F238E27FC236}">
                <a16:creationId xmlns:a16="http://schemas.microsoft.com/office/drawing/2014/main" id="{036B820F-2299-4713-94AA-3040C4DB291A}"/>
              </a:ext>
            </a:extLst>
          </p:cNvPr>
          <p:cNvSpPr>
            <a:spLocks xmlns:a="http://schemas.openxmlformats.org/drawingml/2006/main" noGrp="1"/>
          </p:cNvSpPr>
          <p:nvPr/>
        </p:nvSpPr>
        <p:spPr>
          <a:xfrm xmlns:a="http://schemas.openxmlformats.org/drawingml/2006/main">
            <a:off x="6160257" y="4291608"/>
            <a:ext cx="2462138" cy="126159"/>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10000"/>
          </a:bodyPr>
          <a:lstStyle xmlns:a="http://schemas.openxmlformats.org/drawingml/2006/main"/>
          <a:p xmlns:a="http://schemas.openxmlformats.org/drawingml/2006/main">
            <a:pPr marL="0" indent="0" algn="l">
              <a:lnSpc>
                <a:spcPts val="1097"/>
              </a:lnSpc>
              <a:buNone/>
            </a:pPr>
            <a:r>
              <a:rPr sz="800" b="1">
                <a:latin typeface="Arial"/>
                <a:ea typeface="Arial"/>
                <a:cs typeface="Arial"/>
              </a:rPr>
              <a:t>RF definidos</a:t>
            </a:r>
            <a:endParaRPr sz="800">
              <a:latin typeface="Arial"/>
              <a:ea typeface="Arial"/>
              <a:cs typeface="Arial"/>
            </a:endParaRPr>
          </a:p>
        </p:txBody>
      </p:sp>
      <p:sp>
        <p:nvSpPr>
          <p:cNvPr id="24" name="Text 19">
            <a:extLst xmlns:a="http://schemas.openxmlformats.org/drawingml/2006/main">
              <a:ext uri="{FF2B5EF4-FFF2-40B4-BE49-F238E27FC236}">
                <a16:creationId xmlns:a16="http://schemas.microsoft.com/office/drawing/2014/main" id="{31FEE86E-CFF3-4E85-B2E5-C1BE939BA931}"/>
              </a:ext>
            </a:extLst>
          </p:cNvPr>
          <p:cNvSpPr>
            <a:spLocks xmlns:a="http://schemas.openxmlformats.org/drawingml/2006/main" noGrp="1"/>
          </p:cNvSpPr>
          <p:nvPr/>
        </p:nvSpPr>
        <p:spPr>
          <a:xfrm xmlns:a="http://schemas.openxmlformats.org/drawingml/2006/main">
            <a:off x="6160257" y="4445198"/>
            <a:ext cx="2462138" cy="11497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906"/>
              </a:lnSpc>
              <a:buNone/>
            </a:pPr>
            <a:r>
              <a:rPr sz="800">
                <a:latin typeface="Arial"/>
                <a:ea typeface="Arial"/>
                <a:cs typeface="Arial"/>
              </a:rPr>
              <a:t>RF001 a RF010</a:t>
            </a:r>
            <a:endParaRPr sz="800">
              <a:latin typeface="Arial"/>
              <a:ea typeface="Arial"/>
              <a:cs typeface="Arial"/>
            </a:endParaRPr>
          </a:p>
        </p:txBody>
      </p:sp>
    </p:spTree>
    <p:extLst>
      <p:ext uri="{BB962C8B-B14F-4D97-AF65-F5344CB8AC3E}">
        <p14:creationId xmlns:p14="http://schemas.microsoft.com/office/powerpoint/2010/main" val="176835461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FFAD5165-04F9-4CC0-BB68-30BE0206C2BC}"/>
              </a:ext>
            </a:extLst>
          </p:cNvPr>
          <p:cNvSpPr>
            <a:spLocks xmlns:a="http://schemas.openxmlformats.org/drawingml/2006/main" noGrp="1"/>
          </p:cNvSpPr>
          <p:nvPr/>
        </p:nvSpPr>
        <p:spPr>
          <a:xfrm xmlns:a="http://schemas.openxmlformats.org/drawingml/2006/main">
            <a:off x="285749" y="287833"/>
            <a:ext cx="8572501"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La entrega 3 incluye inicio de sesión contra la base de datos, dashboard y cuatro módulos CRUD: Pacientes, Doctores, Citas e Historial clínico.</a:t>
            </a:r>
          </a:p>
          <a:p xmlns:a="http://schemas.openxmlformats.org/drawingml/2006/main">
            <a:pPr algn="just">
              <a:buNone/>
            </a:pPr>
            <a:r>
              <a:t/>
            </a:r>
            <a:endParaRPr/>
          </a:p>
          <a:p xmlns:a="http://schemas.openxmlformats.org/drawingml/2006/main">
            <a:pPr algn="just">
              <a:buNone/>
            </a:pPr>
            <a:r>
              <a:t>Además, incorpora exportación a Excel, validaciones de pacientes, registro de eventos y doce pruebas unitarias en JUnit 5.</a:t>
            </a:r>
          </a:p>
          <a:p xmlns:a="http://schemas.openxmlformats.org/drawingml/2006/main">
            <a:pPr algn="just">
              <a:buNone/>
            </a:pPr>
            <a:r>
              <a:t/>
            </a:r>
            <a:endParaRPr/>
          </a:p>
          <a:p xmlns:a="http://schemas.openxmlformats.org/drawingml/2006/main">
            <a:pPr algn="just">
              <a:buNone/>
            </a:pPr>
            <a:r>
              <a:t>La demostración debe comprobar la persistencia de los registros y el funcionamiento de cada requisito. El número de módulos por sí solo no acredita el 100 % del alcance.</a:t>
            </a:r>
          </a:p>
        </p:txBody>
      </p:sp>
    </p:spTree>
    <p:extLst>
      <p:ext uri="{BB962C8B-B14F-4D97-AF65-F5344CB8AC3E}">
        <p14:creationId xmlns:p14="http://schemas.microsoft.com/office/powerpoint/2010/main" val="148164055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Text 2">
            <a:extLst xmlns:a="http://schemas.openxmlformats.org/drawingml/2006/main">
              <a:ext uri="{FF2B5EF4-FFF2-40B4-BE49-F238E27FC236}">
                <a16:creationId xmlns:a16="http://schemas.microsoft.com/office/drawing/2014/main" id="{A3528BA8-C94E-4E32-A8E4-33ECB40E151E}"/>
              </a:ext>
            </a:extLst>
          </p:cNvPr>
          <p:cNvSpPr>
            <a:spLocks xmlns:a="http://schemas.openxmlformats.org/drawingml/2006/main" noGrp="1"/>
          </p:cNvSpPr>
          <p:nvPr/>
        </p:nvSpPr>
        <p:spPr>
          <a:xfrm xmlns:a="http://schemas.openxmlformats.org/drawingml/2006/main">
            <a:off x="539353" y="378661"/>
            <a:ext cx="2375943"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01">
                <a:latin typeface="Arial"/>
                <a:ea typeface="Arial"/>
                <a:cs typeface="Arial"/>
              </a:rPr>
              <a:t>BLOQUE · DISEÑO DE CLASES</a:t>
            </a:r>
            <a:endParaRPr sz="800">
              <a:latin typeface="Arial"/>
              <a:ea typeface="Arial"/>
              <a:cs typeface="Arial"/>
            </a:endParaRPr>
          </a:p>
        </p:txBody>
      </p:sp>
      <p:sp>
        <p:nvSpPr>
          <p:cNvPr id="9" name="Text 5">
            <a:extLst xmlns:a="http://schemas.openxmlformats.org/drawingml/2006/main">
              <a:ext uri="{FF2B5EF4-FFF2-40B4-BE49-F238E27FC236}">
                <a16:creationId xmlns:a16="http://schemas.microsoft.com/office/drawing/2014/main" id="{D302B58B-5F3A-4368-B57C-8E8482E619D2}"/>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2475"/>
              </a:lnSpc>
              <a:buNone/>
            </a:pPr>
            <a:r>
              <a:rPr sz="2250" b="1" spc="-34">
                <a:latin typeface="Arial"/>
                <a:ea typeface="Arial"/>
                <a:cs typeface="Arial"/>
              </a:rPr>
              <a:t>Patrón DAO y flujo de datos</a:t>
            </a:r>
            <a:endParaRPr sz="2250">
              <a:latin typeface="Arial"/>
              <a:ea typeface="Arial"/>
              <a:cs typeface="Arial"/>
            </a:endParaRPr>
          </a:p>
        </p:txBody>
      </p:sp>
      <p:sp>
        <p:nvSpPr>
          <p:cNvPr id="10" name="Text 6">
            <a:extLst xmlns:a="http://schemas.openxmlformats.org/drawingml/2006/main">
              <a:ext uri="{FF2B5EF4-FFF2-40B4-BE49-F238E27FC236}">
                <a16:creationId xmlns:a16="http://schemas.microsoft.com/office/drawing/2014/main" id="{F8C5A82D-2AD0-43B8-A268-BF72303A1770}"/>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1" name="Text 7">
            <a:extLst xmlns:a="http://schemas.openxmlformats.org/drawingml/2006/main">
              <a:ext uri="{FF2B5EF4-FFF2-40B4-BE49-F238E27FC236}">
                <a16:creationId xmlns:a16="http://schemas.microsoft.com/office/drawing/2014/main" id="{1FA226CA-1EAD-4F9B-ADE6-5ABDD9045A10}"/>
              </a:ext>
            </a:extLst>
          </p:cNvPr>
          <p:cNvSpPr>
            <a:spLocks xmlns:a="http://schemas.openxmlformats.org/drawingml/2006/main" noGrp="1"/>
          </p:cNvSpPr>
          <p:nvPr/>
        </p:nvSpPr>
        <p:spPr>
          <a:xfrm xmlns:a="http://schemas.openxmlformats.org/drawingml/2006/main">
            <a:off x="451032" y="1219899"/>
            <a:ext cx="5739803" cy="14223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86"/>
              </a:lnSpc>
              <a:buNone/>
            </a:pPr>
            <a:r>
              <a:rPr sz="800" spc="106">
                <a:latin typeface="Arial"/>
                <a:ea typeface="Arial"/>
                <a:cs typeface="Arial"/>
              </a:rPr>
              <a:t>FLUJO DE DATOS ENTRE CAPAS — VISTA → BD</a:t>
            </a:r>
            <a:endParaRPr sz="800">
              <a:latin typeface="Arial"/>
              <a:ea typeface="Arial"/>
              <a:cs typeface="Arial"/>
            </a:endParaRPr>
          </a:p>
        </p:txBody>
      </p:sp>
      <p:sp>
        <p:nvSpPr>
          <p:cNvPr id="13" name="Text 9">
            <a:extLst xmlns:a="http://schemas.openxmlformats.org/drawingml/2006/main">
              <a:ext uri="{FF2B5EF4-FFF2-40B4-BE49-F238E27FC236}">
                <a16:creationId xmlns:a16="http://schemas.microsoft.com/office/drawing/2014/main" id="{76D2FE8F-7795-4928-861F-9FC4EB1C38F4}"/>
              </a:ext>
            </a:extLst>
          </p:cNvPr>
          <p:cNvSpPr>
            <a:spLocks xmlns:a="http://schemas.openxmlformats.org/drawingml/2006/main" noGrp="1"/>
          </p:cNvSpPr>
          <p:nvPr/>
        </p:nvSpPr>
        <p:spPr>
          <a:xfrm xmlns:a="http://schemas.openxmlformats.org/drawingml/2006/main">
            <a:off x="510778" y="1444823"/>
            <a:ext cx="264319" cy="264319"/>
          </a:xfrm>
          <a:prstGeom xmlns:a="http://schemas.openxmlformats.org/drawingml/2006/main" prst="roundRect">
            <a:avLst>
              <a:gd name="adj" fmla="val 32432"/>
            </a:avLst>
          </a:prstGeom>
          <a:solidFill xmlns:a="http://schemas.openxmlformats.org/drawingml/2006/main">
            <a:srgbClr val="06B6D4">
              <a:alpha val="14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4" name="Text 10">
            <a:extLst xmlns:a="http://schemas.openxmlformats.org/drawingml/2006/main">
              <a:ext uri="{FF2B5EF4-FFF2-40B4-BE49-F238E27FC236}">
                <a16:creationId xmlns:a16="http://schemas.microsoft.com/office/drawing/2014/main" id="{1059D63F-0D15-4F4D-8FB4-77BF2E8D6B8C}"/>
              </a:ext>
            </a:extLst>
          </p:cNvPr>
          <p:cNvSpPr>
            <a:spLocks xmlns:a="http://schemas.openxmlformats.org/drawingml/2006/main" noGrp="1"/>
          </p:cNvSpPr>
          <p:nvPr/>
        </p:nvSpPr>
        <p:spPr>
          <a:xfrm xmlns:a="http://schemas.openxmlformats.org/drawingml/2006/main">
            <a:off x="539353" y="1473398"/>
            <a:ext cx="207169" cy="20716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406">
                <a:latin typeface="Arial"/>
                <a:ea typeface="Arial"/>
                <a:cs typeface="Arial"/>
              </a:rPr>
              <a:t>▦</a:t>
            </a:r>
            <a:endParaRPr sz="1406">
              <a:latin typeface="Arial"/>
              <a:ea typeface="Arial"/>
              <a:cs typeface="Arial"/>
            </a:endParaRPr>
          </a:p>
        </p:txBody>
      </p:sp>
      <p:sp>
        <p:nvSpPr>
          <p:cNvPr id="15" name="Text 11">
            <a:extLst xmlns:a="http://schemas.openxmlformats.org/drawingml/2006/main">
              <a:ext uri="{FF2B5EF4-FFF2-40B4-BE49-F238E27FC236}">
                <a16:creationId xmlns:a16="http://schemas.microsoft.com/office/drawing/2014/main" id="{6AD79FE1-87E0-45C2-A5A8-D649AFB42526}"/>
              </a:ext>
            </a:extLst>
          </p:cNvPr>
          <p:cNvSpPr>
            <a:spLocks xmlns:a="http://schemas.openxmlformats.org/drawingml/2006/main" noGrp="1"/>
          </p:cNvSpPr>
          <p:nvPr/>
        </p:nvSpPr>
        <p:spPr>
          <a:xfrm xmlns:a="http://schemas.openxmlformats.org/drawingml/2006/main">
            <a:off x="864394" y="1456990"/>
            <a:ext cx="4357688" cy="102495"/>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62500" lnSpcReduction="20000"/>
          </a:bodyPr>
          <a:lstStyle xmlns:a="http://schemas.openxmlformats.org/drawingml/2006/main"/>
          <a:p xmlns:a="http://schemas.openxmlformats.org/drawingml/2006/main">
            <a:pPr marL="0" indent="0" algn="l">
              <a:lnSpc>
                <a:spcPts val="911"/>
              </a:lnSpc>
              <a:buNone/>
            </a:pPr>
            <a:r>
              <a:rPr sz="800" b="1">
                <a:latin typeface="Arial"/>
                <a:ea typeface="Arial"/>
                <a:cs typeface="Arial"/>
              </a:rPr>
              <a:t>Vista FXML</a:t>
            </a:r>
            <a:endParaRPr sz="800">
              <a:latin typeface="Arial"/>
              <a:ea typeface="Arial"/>
              <a:cs typeface="Arial"/>
            </a:endParaRPr>
          </a:p>
        </p:txBody>
      </p:sp>
      <p:sp>
        <p:nvSpPr>
          <p:cNvPr id="16" name="Text 12">
            <a:extLst xmlns:a="http://schemas.openxmlformats.org/drawingml/2006/main">
              <a:ext uri="{FF2B5EF4-FFF2-40B4-BE49-F238E27FC236}">
                <a16:creationId xmlns:a16="http://schemas.microsoft.com/office/drawing/2014/main" id="{5FD0716E-CCB1-4585-A86A-5169B5E1F24D}"/>
              </a:ext>
            </a:extLst>
          </p:cNvPr>
          <p:cNvSpPr>
            <a:spLocks xmlns:a="http://schemas.openxmlformats.org/drawingml/2006/main" noGrp="1"/>
          </p:cNvSpPr>
          <p:nvPr/>
        </p:nvSpPr>
        <p:spPr>
          <a:xfrm xmlns:a="http://schemas.openxmlformats.org/drawingml/2006/main">
            <a:off x="864394" y="1586917"/>
            <a:ext cx="4357688" cy="125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6"/>
              </a:lnSpc>
              <a:buNone/>
            </a:pPr>
            <a:r>
              <a:rPr sz="619">
                <a:latin typeface="Arial"/>
                <a:ea typeface="Arial"/>
                <a:cs typeface="Arial"/>
              </a:rPr>
              <a:t>login.fxml · dashboard.fxml · pacientes.fxml · doctores.fxml · citas.fxml · historial.fxml</a:t>
            </a:r>
            <a:endParaRPr sz="619">
              <a:latin typeface="Arial"/>
              <a:ea typeface="Arial"/>
              <a:cs typeface="Arial"/>
            </a:endParaRPr>
          </a:p>
        </p:txBody>
      </p:sp>
      <p:sp>
        <p:nvSpPr>
          <p:cNvPr id="17" name="Text 13">
            <a:extLst xmlns:a="http://schemas.openxmlformats.org/drawingml/2006/main">
              <a:ext uri="{FF2B5EF4-FFF2-40B4-BE49-F238E27FC236}">
                <a16:creationId xmlns:a16="http://schemas.microsoft.com/office/drawing/2014/main" id="{310140F1-7F7B-42DE-83B6-BF555FAF687E}"/>
              </a:ext>
            </a:extLst>
          </p:cNvPr>
          <p:cNvSpPr>
            <a:spLocks xmlns:a="http://schemas.openxmlformats.org/drawingml/2006/main" noGrp="1"/>
          </p:cNvSpPr>
          <p:nvPr/>
        </p:nvSpPr>
        <p:spPr>
          <a:xfrm xmlns:a="http://schemas.openxmlformats.org/drawingml/2006/main">
            <a:off x="2337346" y="1798439"/>
            <a:ext cx="157163" cy="16973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buNone/>
            </a:pPr>
            <a:r>
              <a:rPr sz="1238" b="1">
                <a:latin typeface="Arial"/>
                <a:ea typeface="Arial"/>
                <a:cs typeface="Arial"/>
              </a:rPr>
              <a:t>↓</a:t>
            </a:r>
            <a:endParaRPr sz="1238">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402FEF8C-4870-46CC-BBD8-6DC5E6ADACEE}"/>
              </a:ext>
            </a:extLst>
          </p:cNvPr>
          <p:cNvSpPr>
            <a:spLocks xmlns:a="http://schemas.openxmlformats.org/drawingml/2006/main" noGrp="1"/>
          </p:cNvSpPr>
          <p:nvPr/>
        </p:nvSpPr>
        <p:spPr>
          <a:xfrm xmlns:a="http://schemas.openxmlformats.org/drawingml/2006/main">
            <a:off x="2565946" y="1839516"/>
            <a:ext cx="276329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591"/>
              </a:lnSpc>
              <a:buNone/>
            </a:pPr>
            <a:r>
              <a:rPr sz="800" spc="35">
                <a:latin typeface="Arial"/>
                <a:ea typeface="Arial"/>
                <a:cs typeface="Arial"/>
              </a:rPr>
              <a:t>EVENTOS DE USUARIO</a:t>
            </a:r>
            <a:endParaRPr sz="800">
              <a:latin typeface="Arial"/>
              <a:ea typeface="Arial"/>
              <a:cs typeface="Arial"/>
            </a:endParaRPr>
          </a:p>
        </p:txBody>
      </p:sp>
      <p:sp>
        <p:nvSpPr>
          <p:cNvPr id="20" name="Text 16">
            <a:extLst xmlns:a="http://schemas.openxmlformats.org/drawingml/2006/main">
              <a:ext uri="{FF2B5EF4-FFF2-40B4-BE49-F238E27FC236}">
                <a16:creationId xmlns:a16="http://schemas.microsoft.com/office/drawing/2014/main" id="{1AE4EE4A-462F-43AB-A818-D1CFC366C2B0}"/>
              </a:ext>
            </a:extLst>
          </p:cNvPr>
          <p:cNvSpPr>
            <a:spLocks xmlns:a="http://schemas.openxmlformats.org/drawingml/2006/main" noGrp="1"/>
          </p:cNvSpPr>
          <p:nvPr/>
        </p:nvSpPr>
        <p:spPr>
          <a:xfrm xmlns:a="http://schemas.openxmlformats.org/drawingml/2006/main">
            <a:off x="510778" y="2044898"/>
            <a:ext cx="264319" cy="264319"/>
          </a:xfrm>
          <a:prstGeom xmlns:a="http://schemas.openxmlformats.org/drawingml/2006/main" prst="roundRect">
            <a:avLst>
              <a:gd name="adj" fmla="val 32432"/>
            </a:avLst>
          </a:prstGeom>
          <a:solidFill xmlns:a="http://schemas.openxmlformats.org/drawingml/2006/main">
            <a:srgbClr val="06B6D4">
              <a:alpha val="14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21" name="Text 17">
            <a:extLst xmlns:a="http://schemas.openxmlformats.org/drawingml/2006/main">
              <a:ext uri="{FF2B5EF4-FFF2-40B4-BE49-F238E27FC236}">
                <a16:creationId xmlns:a16="http://schemas.microsoft.com/office/drawing/2014/main" id="{4E1135B7-1093-444C-88B2-55F9ACC398FE}"/>
              </a:ext>
            </a:extLst>
          </p:cNvPr>
          <p:cNvSpPr>
            <a:spLocks xmlns:a="http://schemas.openxmlformats.org/drawingml/2006/main" noGrp="1"/>
          </p:cNvSpPr>
          <p:nvPr/>
        </p:nvSpPr>
        <p:spPr>
          <a:xfrm xmlns:a="http://schemas.openxmlformats.org/drawingml/2006/main">
            <a:off x="539353" y="2073473"/>
            <a:ext cx="207169" cy="20716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406">
                <a:latin typeface="Arial"/>
                <a:ea typeface="Arial"/>
                <a:cs typeface="Arial"/>
              </a:rPr>
              <a:t>⚙</a:t>
            </a:r>
            <a:endParaRPr sz="1406">
              <a:latin typeface="Arial"/>
              <a:ea typeface="Arial"/>
              <a:cs typeface="Arial"/>
            </a:endParaRPr>
          </a:p>
        </p:txBody>
      </p:sp>
      <p:sp>
        <p:nvSpPr>
          <p:cNvPr id="22" name="Text 18">
            <a:extLst xmlns:a="http://schemas.openxmlformats.org/drawingml/2006/main">
              <a:ext uri="{FF2B5EF4-FFF2-40B4-BE49-F238E27FC236}">
                <a16:creationId xmlns:a16="http://schemas.microsoft.com/office/drawing/2014/main" id="{22D2558B-74F5-4FE2-8EBA-E1B32C7328A1}"/>
              </a:ext>
            </a:extLst>
          </p:cNvPr>
          <p:cNvSpPr>
            <a:spLocks xmlns:a="http://schemas.openxmlformats.org/drawingml/2006/main" noGrp="1"/>
          </p:cNvSpPr>
          <p:nvPr/>
        </p:nvSpPr>
        <p:spPr>
          <a:xfrm xmlns:a="http://schemas.openxmlformats.org/drawingml/2006/main">
            <a:off x="864394" y="2057065"/>
            <a:ext cx="4357688" cy="102495"/>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62500" lnSpcReduction="20000"/>
          </a:bodyPr>
          <a:lstStyle xmlns:a="http://schemas.openxmlformats.org/drawingml/2006/main"/>
          <a:p xmlns:a="http://schemas.openxmlformats.org/drawingml/2006/main">
            <a:pPr marL="0" indent="0" algn="l">
              <a:lnSpc>
                <a:spcPts val="911"/>
              </a:lnSpc>
              <a:buNone/>
            </a:pPr>
            <a:r>
              <a:rPr sz="800" b="1">
                <a:latin typeface="Arial"/>
                <a:ea typeface="Arial"/>
                <a:cs typeface="Arial"/>
              </a:rPr>
              <a:t>Controller</a:t>
            </a:r>
            <a:endParaRPr sz="800">
              <a:latin typeface="Arial"/>
              <a:ea typeface="Arial"/>
              <a:cs typeface="Arial"/>
            </a:endParaRPr>
          </a:p>
        </p:txBody>
      </p:sp>
      <p:sp>
        <p:nvSpPr>
          <p:cNvPr id="23" name="Text 19">
            <a:extLst xmlns:a="http://schemas.openxmlformats.org/drawingml/2006/main">
              <a:ext uri="{FF2B5EF4-FFF2-40B4-BE49-F238E27FC236}">
                <a16:creationId xmlns:a16="http://schemas.microsoft.com/office/drawing/2014/main" id="{A51779EA-394F-499E-8955-03A656B9AC14}"/>
              </a:ext>
            </a:extLst>
          </p:cNvPr>
          <p:cNvSpPr>
            <a:spLocks xmlns:a="http://schemas.openxmlformats.org/drawingml/2006/main" noGrp="1"/>
          </p:cNvSpPr>
          <p:nvPr/>
        </p:nvSpPr>
        <p:spPr>
          <a:xfrm xmlns:a="http://schemas.openxmlformats.org/drawingml/2006/main">
            <a:off x="864394" y="2186992"/>
            <a:ext cx="4467416" cy="125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6"/>
              </a:lnSpc>
              <a:buNone/>
            </a:pPr>
            <a:r>
              <a:rPr sz="800">
                <a:latin typeface="Arial"/>
                <a:ea typeface="Arial"/>
                <a:cs typeface="Arial"/>
              </a:rPr>
              <a:t>maneja eventos, valida campos, invoca al DAO</a:t>
            </a:r>
            <a:endParaRPr sz="800">
              <a:latin typeface="Arial"/>
              <a:ea typeface="Arial"/>
              <a:cs typeface="Arial"/>
            </a:endParaRPr>
          </a:p>
        </p:txBody>
      </p:sp>
      <p:sp>
        <p:nvSpPr>
          <p:cNvPr id="24" name="Text 20">
            <a:extLst xmlns:a="http://schemas.openxmlformats.org/drawingml/2006/main">
              <a:ext uri="{FF2B5EF4-FFF2-40B4-BE49-F238E27FC236}">
                <a16:creationId xmlns:a16="http://schemas.microsoft.com/office/drawing/2014/main" id="{9F1F6C19-EF20-4061-8BA7-06A911CD768E}"/>
              </a:ext>
            </a:extLst>
          </p:cNvPr>
          <p:cNvSpPr>
            <a:spLocks xmlns:a="http://schemas.openxmlformats.org/drawingml/2006/main" noGrp="1"/>
          </p:cNvSpPr>
          <p:nvPr/>
        </p:nvSpPr>
        <p:spPr>
          <a:xfrm xmlns:a="http://schemas.openxmlformats.org/drawingml/2006/main">
            <a:off x="2314129" y="2398514"/>
            <a:ext cx="157163" cy="16973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buNone/>
            </a:pPr>
            <a:r>
              <a:rPr sz="1238" b="1">
                <a:latin typeface="Arial"/>
                <a:ea typeface="Arial"/>
                <a:cs typeface="Arial"/>
              </a:rPr>
              <a:t>↓</a:t>
            </a:r>
            <a:endParaRPr sz="1238">
              <a:latin typeface="Arial"/>
              <a:ea typeface="Arial"/>
              <a:cs typeface="Arial"/>
            </a:endParaRPr>
          </a:p>
        </p:txBody>
      </p:sp>
      <p:sp>
        <p:nvSpPr>
          <p:cNvPr id="25" name="Text 21">
            <a:extLst xmlns:a="http://schemas.openxmlformats.org/drawingml/2006/main">
              <a:ext uri="{FF2B5EF4-FFF2-40B4-BE49-F238E27FC236}">
                <a16:creationId xmlns:a16="http://schemas.microsoft.com/office/drawing/2014/main" id="{309E9B2E-4FE6-4C00-9574-797175C74AE6}"/>
              </a:ext>
            </a:extLst>
          </p:cNvPr>
          <p:cNvSpPr>
            <a:spLocks xmlns:a="http://schemas.openxmlformats.org/drawingml/2006/main" noGrp="1"/>
          </p:cNvSpPr>
          <p:nvPr/>
        </p:nvSpPr>
        <p:spPr>
          <a:xfrm xmlns:a="http://schemas.openxmlformats.org/drawingml/2006/main">
            <a:off x="2542729" y="2439591"/>
            <a:ext cx="2786509" cy="1097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591"/>
              </a:lnSpc>
              <a:buNone/>
            </a:pPr>
            <a:r>
              <a:rPr sz="800" spc="35">
                <a:latin typeface="Arial"/>
                <a:ea typeface="Arial"/>
                <a:cs typeface="Arial"/>
              </a:rPr>
              <a:t>LLAMA MÉTODOS CRUD</a:t>
            </a:r>
            <a:endParaRPr sz="800">
              <a:latin typeface="Arial"/>
              <a:ea typeface="Arial"/>
              <a:cs typeface="Arial"/>
            </a:endParaRPr>
          </a:p>
        </p:txBody>
      </p:sp>
      <p:sp>
        <p:nvSpPr>
          <p:cNvPr id="27" name="Text 23">
            <a:extLst xmlns:a="http://schemas.openxmlformats.org/drawingml/2006/main">
              <a:ext uri="{FF2B5EF4-FFF2-40B4-BE49-F238E27FC236}">
                <a16:creationId xmlns:a16="http://schemas.microsoft.com/office/drawing/2014/main" id="{BFF0484E-E472-4EFB-AC90-4472F925A661}"/>
              </a:ext>
            </a:extLst>
          </p:cNvPr>
          <p:cNvSpPr>
            <a:spLocks xmlns:a="http://schemas.openxmlformats.org/drawingml/2006/main" noGrp="1"/>
          </p:cNvSpPr>
          <p:nvPr/>
        </p:nvSpPr>
        <p:spPr>
          <a:xfrm xmlns:a="http://schemas.openxmlformats.org/drawingml/2006/main">
            <a:off x="510778" y="2684152"/>
            <a:ext cx="264319" cy="264319"/>
          </a:xfrm>
          <a:prstGeom xmlns:a="http://schemas.openxmlformats.org/drawingml/2006/main" prst="roundRect">
            <a:avLst>
              <a:gd name="adj" fmla="val 32432"/>
            </a:avLst>
          </a:prstGeom>
          <a:solidFill xmlns:a="http://schemas.openxmlformats.org/drawingml/2006/main">
            <a:srgbClr val="06B6D4">
              <a:alpha val="14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28" name="Text 24">
            <a:extLst xmlns:a="http://schemas.openxmlformats.org/drawingml/2006/main">
              <a:ext uri="{FF2B5EF4-FFF2-40B4-BE49-F238E27FC236}">
                <a16:creationId xmlns:a16="http://schemas.microsoft.com/office/drawing/2014/main" id="{4A04DCD7-1C12-4BAB-AD1C-6534763C7BC8}"/>
              </a:ext>
            </a:extLst>
          </p:cNvPr>
          <p:cNvSpPr>
            <a:spLocks xmlns:a="http://schemas.openxmlformats.org/drawingml/2006/main" noGrp="1"/>
          </p:cNvSpPr>
          <p:nvPr/>
        </p:nvSpPr>
        <p:spPr>
          <a:xfrm xmlns:a="http://schemas.openxmlformats.org/drawingml/2006/main">
            <a:off x="539353" y="2712727"/>
            <a:ext cx="207169" cy="20716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406">
                <a:latin typeface="Arial"/>
                <a:ea typeface="Arial"/>
                <a:cs typeface="Arial"/>
              </a:rPr>
              <a:t>▦</a:t>
            </a:r>
            <a:endParaRPr sz="1406">
              <a:latin typeface="Arial"/>
              <a:ea typeface="Arial"/>
              <a:cs typeface="Arial"/>
            </a:endParaRPr>
          </a:p>
        </p:txBody>
      </p:sp>
      <p:sp>
        <p:nvSpPr>
          <p:cNvPr id="29" name="Text 25">
            <a:extLst xmlns:a="http://schemas.openxmlformats.org/drawingml/2006/main">
              <a:ext uri="{FF2B5EF4-FFF2-40B4-BE49-F238E27FC236}">
                <a16:creationId xmlns:a16="http://schemas.microsoft.com/office/drawing/2014/main" id="{ECEA70F1-C8B1-4EC1-AE41-EF17D0E85EFE}"/>
              </a:ext>
            </a:extLst>
          </p:cNvPr>
          <p:cNvSpPr>
            <a:spLocks xmlns:a="http://schemas.openxmlformats.org/drawingml/2006/main" noGrp="1"/>
          </p:cNvSpPr>
          <p:nvPr/>
        </p:nvSpPr>
        <p:spPr>
          <a:xfrm xmlns:a="http://schemas.openxmlformats.org/drawingml/2006/main">
            <a:off x="864394" y="2641402"/>
            <a:ext cx="4357687" cy="102495"/>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62500" lnSpcReduction="20000"/>
          </a:bodyPr>
          <a:lstStyle xmlns:a="http://schemas.openxmlformats.org/drawingml/2006/main"/>
          <a:p xmlns:a="http://schemas.openxmlformats.org/drawingml/2006/main">
            <a:pPr marL="0" indent="0" algn="l">
              <a:lnSpc>
                <a:spcPts val="911"/>
              </a:lnSpc>
              <a:buNone/>
            </a:pPr>
            <a:r>
              <a:rPr sz="800" b="1">
                <a:latin typeface="Arial"/>
                <a:ea typeface="Arial"/>
                <a:cs typeface="Arial"/>
              </a:rPr>
              <a:t>DAO</a:t>
            </a:r>
            <a:endParaRPr sz="800">
              <a:latin typeface="Arial"/>
              <a:ea typeface="Arial"/>
              <a:cs typeface="Arial"/>
            </a:endParaRPr>
          </a:p>
        </p:txBody>
      </p:sp>
      <p:sp>
        <p:nvSpPr>
          <p:cNvPr id="30" name="Text 26">
            <a:extLst xmlns:a="http://schemas.openxmlformats.org/drawingml/2006/main">
              <a:ext uri="{FF2B5EF4-FFF2-40B4-BE49-F238E27FC236}">
                <a16:creationId xmlns:a16="http://schemas.microsoft.com/office/drawing/2014/main" id="{0BF33080-C3BD-42E6-82F9-03B8891D7B2A}"/>
              </a:ext>
            </a:extLst>
          </p:cNvPr>
          <p:cNvSpPr>
            <a:spLocks xmlns:a="http://schemas.openxmlformats.org/drawingml/2006/main" noGrp="1"/>
          </p:cNvSpPr>
          <p:nvPr/>
        </p:nvSpPr>
        <p:spPr>
          <a:xfrm xmlns:a="http://schemas.openxmlformats.org/drawingml/2006/main">
            <a:off x="864394" y="2771329"/>
            <a:ext cx="4357688" cy="21989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6"/>
              </a:lnSpc>
              <a:buNone/>
            </a:pPr>
            <a:r>
              <a:rPr sz="800">
                <a:latin typeface="Arial"/>
                <a:ea typeface="Arial"/>
                <a:cs typeface="Arial"/>
              </a:rPr>
              <a:t>PacienteDAO · DoctorDAO · CitaDAO · HistorialClinicoDAO</a:t>
            </a:r>
            <a:endParaRPr sz="800">
              <a:latin typeface="Arial"/>
              <a:ea typeface="Arial"/>
              <a:cs typeface="Arial"/>
            </a:endParaRPr>
          </a:p>
          <a:p xmlns:a="http://schemas.openxmlformats.org/drawingml/2006/main">
            <a:pPr marL="0" indent="0" algn="l">
              <a:lnSpc>
                <a:spcPts val="866"/>
              </a:lnSpc>
              <a:buNone/>
            </a:pPr>
            <a:r>
              <a:rPr sz="800">
                <a:latin typeface="Arial"/>
                <a:ea typeface="Arial"/>
                <a:cs typeface="Arial"/>
              </a:rPr>
              <a:t>SQL: INSERT, SELECT, UPDATE, DELETE, UPSERT</a:t>
            </a:r>
            <a:endParaRPr sz="800">
              <a:latin typeface="Arial"/>
              <a:ea typeface="Arial"/>
              <a:cs typeface="Arial"/>
            </a:endParaRPr>
          </a:p>
        </p:txBody>
      </p:sp>
      <p:sp>
        <p:nvSpPr>
          <p:cNvPr id="31" name="Text 27">
            <a:extLst xmlns:a="http://schemas.openxmlformats.org/drawingml/2006/main">
              <a:ext uri="{FF2B5EF4-FFF2-40B4-BE49-F238E27FC236}">
                <a16:creationId xmlns:a16="http://schemas.microsoft.com/office/drawing/2014/main" id="{58A20841-282F-4914-B3E5-A03FBE161A22}"/>
              </a:ext>
            </a:extLst>
          </p:cNvPr>
          <p:cNvSpPr>
            <a:spLocks xmlns:a="http://schemas.openxmlformats.org/drawingml/2006/main" noGrp="1"/>
          </p:cNvSpPr>
          <p:nvPr/>
        </p:nvSpPr>
        <p:spPr>
          <a:xfrm xmlns:a="http://schemas.openxmlformats.org/drawingml/2006/main">
            <a:off x="2655131" y="3076947"/>
            <a:ext cx="157163" cy="16973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buNone/>
            </a:pPr>
            <a:r>
              <a:rPr sz="1238" b="1">
                <a:latin typeface="Arial"/>
                <a:ea typeface="Arial"/>
                <a:cs typeface="Arial"/>
              </a:rPr>
              <a:t>↓</a:t>
            </a:r>
            <a:endParaRPr sz="1238">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476A462A-A2ED-4AE5-94D6-80AFB8B3F4E5}"/>
              </a:ext>
            </a:extLst>
          </p:cNvPr>
          <p:cNvSpPr>
            <a:spLocks xmlns:a="http://schemas.openxmlformats.org/drawingml/2006/main" noGrp="1"/>
          </p:cNvSpPr>
          <p:nvPr/>
        </p:nvSpPr>
        <p:spPr>
          <a:xfrm xmlns:a="http://schemas.openxmlformats.org/drawingml/2006/main">
            <a:off x="2883731" y="3118024"/>
            <a:ext cx="2445507" cy="1097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591"/>
              </a:lnSpc>
              <a:buNone/>
            </a:pPr>
            <a:r>
              <a:rPr sz="800" spc="35">
                <a:latin typeface="Arial"/>
                <a:ea typeface="Arial"/>
                <a:cs typeface="Arial"/>
              </a:rPr>
              <a:t>JDBC</a:t>
            </a:r>
            <a:endParaRPr sz="800">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A980E0AB-726D-4FC0-BBC2-0720779FDD63}"/>
              </a:ext>
            </a:extLst>
          </p:cNvPr>
          <p:cNvSpPr>
            <a:spLocks xmlns:a="http://schemas.openxmlformats.org/drawingml/2006/main" noGrp="1"/>
          </p:cNvSpPr>
          <p:nvPr/>
        </p:nvSpPr>
        <p:spPr>
          <a:xfrm xmlns:a="http://schemas.openxmlformats.org/drawingml/2006/main">
            <a:off x="510778" y="3323406"/>
            <a:ext cx="264319" cy="264319"/>
          </a:xfrm>
          <a:prstGeom xmlns:a="http://schemas.openxmlformats.org/drawingml/2006/main" prst="roundRect">
            <a:avLst>
              <a:gd name="adj" fmla="val 32432"/>
            </a:avLst>
          </a:prstGeom>
          <a:solidFill xmlns:a="http://schemas.openxmlformats.org/drawingml/2006/main">
            <a:srgbClr val="06B6D4">
              <a:alpha val="14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35" name="Text 31">
            <a:extLst xmlns:a="http://schemas.openxmlformats.org/drawingml/2006/main">
              <a:ext uri="{FF2B5EF4-FFF2-40B4-BE49-F238E27FC236}">
                <a16:creationId xmlns:a16="http://schemas.microsoft.com/office/drawing/2014/main" id="{22439084-F25E-402B-B37A-13638B5F24A5}"/>
              </a:ext>
            </a:extLst>
          </p:cNvPr>
          <p:cNvSpPr>
            <a:spLocks xmlns:a="http://schemas.openxmlformats.org/drawingml/2006/main" noGrp="1"/>
          </p:cNvSpPr>
          <p:nvPr/>
        </p:nvSpPr>
        <p:spPr>
          <a:xfrm xmlns:a="http://schemas.openxmlformats.org/drawingml/2006/main">
            <a:off x="539353" y="3351981"/>
            <a:ext cx="207169" cy="20716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406">
                <a:latin typeface="Arial"/>
                <a:ea typeface="Arial"/>
                <a:cs typeface="Arial"/>
              </a:rPr>
              <a:t>⌘</a:t>
            </a:r>
            <a:endParaRPr sz="1406">
              <a:latin typeface="Arial"/>
              <a:ea typeface="Arial"/>
              <a:cs typeface="Arial"/>
            </a:endParaRPr>
          </a:p>
        </p:txBody>
      </p:sp>
      <p:sp>
        <p:nvSpPr>
          <p:cNvPr id="36" name="Text 32">
            <a:extLst xmlns:a="http://schemas.openxmlformats.org/drawingml/2006/main">
              <a:ext uri="{FF2B5EF4-FFF2-40B4-BE49-F238E27FC236}">
                <a16:creationId xmlns:a16="http://schemas.microsoft.com/office/drawing/2014/main" id="{44DF9F12-504A-43FD-B338-B1D1C8B1A0C4}"/>
              </a:ext>
            </a:extLst>
          </p:cNvPr>
          <p:cNvSpPr>
            <a:spLocks xmlns:a="http://schemas.openxmlformats.org/drawingml/2006/main" noGrp="1"/>
          </p:cNvSpPr>
          <p:nvPr/>
        </p:nvSpPr>
        <p:spPr>
          <a:xfrm xmlns:a="http://schemas.openxmlformats.org/drawingml/2006/main">
            <a:off x="864394" y="3335573"/>
            <a:ext cx="4357688" cy="102495"/>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62500" lnSpcReduction="20000"/>
          </a:bodyPr>
          <a:lstStyle xmlns:a="http://schemas.openxmlformats.org/drawingml/2006/main"/>
          <a:p xmlns:a="http://schemas.openxmlformats.org/drawingml/2006/main">
            <a:pPr marL="0" indent="0" algn="l">
              <a:lnSpc>
                <a:spcPts val="911"/>
              </a:lnSpc>
              <a:buNone/>
            </a:pPr>
            <a:r>
              <a:rPr sz="800" b="1">
                <a:latin typeface="Arial"/>
                <a:ea typeface="Arial"/>
                <a:cs typeface="Arial"/>
              </a:rPr>
              <a:t>PostgreSQLConnection</a:t>
            </a:r>
            <a:endParaRPr sz="800">
              <a:latin typeface="Arial"/>
              <a:ea typeface="Arial"/>
              <a:cs typeface="Arial"/>
            </a:endParaRPr>
          </a:p>
        </p:txBody>
      </p:sp>
      <p:sp>
        <p:nvSpPr>
          <p:cNvPr id="37" name="Text 33">
            <a:extLst xmlns:a="http://schemas.openxmlformats.org/drawingml/2006/main">
              <a:ext uri="{FF2B5EF4-FFF2-40B4-BE49-F238E27FC236}">
                <a16:creationId xmlns:a16="http://schemas.microsoft.com/office/drawing/2014/main" id="{7EF48567-AEE0-4E74-915E-01F9A34FB1CC}"/>
              </a:ext>
            </a:extLst>
          </p:cNvPr>
          <p:cNvSpPr>
            <a:spLocks xmlns:a="http://schemas.openxmlformats.org/drawingml/2006/main" noGrp="1"/>
          </p:cNvSpPr>
          <p:nvPr/>
        </p:nvSpPr>
        <p:spPr>
          <a:xfrm xmlns:a="http://schemas.openxmlformats.org/drawingml/2006/main">
            <a:off x="864394" y="3465500"/>
            <a:ext cx="4467416" cy="125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6"/>
              </a:lnSpc>
              <a:buNone/>
            </a:pPr>
            <a:r>
              <a:rPr sz="800">
                <a:latin typeface="Arial"/>
                <a:ea typeface="Arial"/>
                <a:cs typeface="Arial"/>
              </a:rPr>
              <a:t>conexión centralizada a PostgreSQL</a:t>
            </a:r>
            <a:endParaRPr sz="800">
              <a:latin typeface="Arial"/>
              <a:ea typeface="Arial"/>
              <a:cs typeface="Arial"/>
            </a:endParaRPr>
          </a:p>
        </p:txBody>
      </p:sp>
      <p:sp>
        <p:nvSpPr>
          <p:cNvPr id="38" name="Text 34">
            <a:extLst xmlns:a="http://schemas.openxmlformats.org/drawingml/2006/main">
              <a:ext uri="{FF2B5EF4-FFF2-40B4-BE49-F238E27FC236}">
                <a16:creationId xmlns:a16="http://schemas.microsoft.com/office/drawing/2014/main" id="{99B6F914-5074-4B42-8E84-987AA46CE214}"/>
              </a:ext>
            </a:extLst>
          </p:cNvPr>
          <p:cNvSpPr>
            <a:spLocks xmlns:a="http://schemas.openxmlformats.org/drawingml/2006/main" noGrp="1"/>
          </p:cNvSpPr>
          <p:nvPr/>
        </p:nvSpPr>
        <p:spPr>
          <a:xfrm xmlns:a="http://schemas.openxmlformats.org/drawingml/2006/main">
            <a:off x="2613943" y="3677022"/>
            <a:ext cx="157163" cy="16973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buNone/>
            </a:pPr>
            <a:r>
              <a:rPr sz="1238" b="1">
                <a:latin typeface="Arial"/>
                <a:ea typeface="Arial"/>
                <a:cs typeface="Arial"/>
              </a:rPr>
              <a:t>↓</a:t>
            </a:r>
            <a:endParaRPr sz="1238">
              <a:latin typeface="Arial"/>
              <a:ea typeface="Arial"/>
              <a:cs typeface="Arial"/>
            </a:endParaRPr>
          </a:p>
        </p:txBody>
      </p:sp>
      <p:sp>
        <p:nvSpPr>
          <p:cNvPr id="39" name="Text 35">
            <a:extLst xmlns:a="http://schemas.openxmlformats.org/drawingml/2006/main">
              <a:ext uri="{FF2B5EF4-FFF2-40B4-BE49-F238E27FC236}">
                <a16:creationId xmlns:a16="http://schemas.microsoft.com/office/drawing/2014/main" id="{9DDFBB68-6E3D-4021-BC3F-01901D7DB419}"/>
              </a:ext>
            </a:extLst>
          </p:cNvPr>
          <p:cNvSpPr>
            <a:spLocks xmlns:a="http://schemas.openxmlformats.org/drawingml/2006/main" noGrp="1"/>
          </p:cNvSpPr>
          <p:nvPr/>
        </p:nvSpPr>
        <p:spPr>
          <a:xfrm xmlns:a="http://schemas.openxmlformats.org/drawingml/2006/main">
            <a:off x="2842543" y="3718099"/>
            <a:ext cx="2486695" cy="1097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591"/>
              </a:lnSpc>
              <a:buNone/>
            </a:pPr>
            <a:r>
              <a:rPr sz="800" spc="35">
                <a:latin typeface="Arial"/>
                <a:ea typeface="Arial"/>
                <a:cs typeface="Arial"/>
              </a:rPr>
              <a:t>DRIVER</a:t>
            </a:r>
            <a:endParaRPr sz="800">
              <a:latin typeface="Arial"/>
              <a:ea typeface="Arial"/>
              <a:cs typeface="Arial"/>
            </a:endParaRPr>
          </a:p>
        </p:txBody>
      </p:sp>
      <p:sp>
        <p:nvSpPr>
          <p:cNvPr id="41" name="Text 37">
            <a:extLst xmlns:a="http://schemas.openxmlformats.org/drawingml/2006/main">
              <a:ext uri="{FF2B5EF4-FFF2-40B4-BE49-F238E27FC236}">
                <a16:creationId xmlns:a16="http://schemas.microsoft.com/office/drawing/2014/main" id="{618AABA3-4F04-4530-BBB9-5E1F1EEBBC45}"/>
              </a:ext>
            </a:extLst>
          </p:cNvPr>
          <p:cNvSpPr>
            <a:spLocks xmlns:a="http://schemas.openxmlformats.org/drawingml/2006/main" noGrp="1"/>
          </p:cNvSpPr>
          <p:nvPr/>
        </p:nvSpPr>
        <p:spPr>
          <a:xfrm xmlns:a="http://schemas.openxmlformats.org/drawingml/2006/main">
            <a:off x="510778" y="3923481"/>
            <a:ext cx="264319" cy="264319"/>
          </a:xfrm>
          <a:prstGeom xmlns:a="http://schemas.openxmlformats.org/drawingml/2006/main" prst="roundRect">
            <a:avLst>
              <a:gd name="adj" fmla="val 32432"/>
            </a:avLst>
          </a:prstGeom>
          <a:solidFill xmlns:a="http://schemas.openxmlformats.org/drawingml/2006/main">
            <a:srgbClr val="06B6D4">
              <a:alpha val="2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42" name="Text 38">
            <a:extLst xmlns:a="http://schemas.openxmlformats.org/drawingml/2006/main">
              <a:ext uri="{FF2B5EF4-FFF2-40B4-BE49-F238E27FC236}">
                <a16:creationId xmlns:a16="http://schemas.microsoft.com/office/drawing/2014/main" id="{2B873FC3-21D7-446A-8517-27DDB1FBA2F3}"/>
              </a:ext>
            </a:extLst>
          </p:cNvPr>
          <p:cNvSpPr>
            <a:spLocks xmlns:a="http://schemas.openxmlformats.org/drawingml/2006/main" noGrp="1"/>
          </p:cNvSpPr>
          <p:nvPr/>
        </p:nvSpPr>
        <p:spPr>
          <a:xfrm xmlns:a="http://schemas.openxmlformats.org/drawingml/2006/main">
            <a:off x="539353" y="3952056"/>
            <a:ext cx="207169" cy="20716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406">
                <a:latin typeface="Arial"/>
                <a:ea typeface="Arial"/>
                <a:cs typeface="Arial"/>
              </a:rPr>
              <a:t>▦</a:t>
            </a:r>
            <a:endParaRPr sz="1406">
              <a:latin typeface="Arial"/>
              <a:ea typeface="Arial"/>
              <a:cs typeface="Arial"/>
            </a:endParaRPr>
          </a:p>
        </p:txBody>
      </p:sp>
      <p:sp>
        <p:nvSpPr>
          <p:cNvPr id="43" name="Text 39">
            <a:extLst xmlns:a="http://schemas.openxmlformats.org/drawingml/2006/main">
              <a:ext uri="{FF2B5EF4-FFF2-40B4-BE49-F238E27FC236}">
                <a16:creationId xmlns:a16="http://schemas.microsoft.com/office/drawing/2014/main" id="{44EEACBA-1BD9-4F6E-B731-512512FE1056}"/>
              </a:ext>
            </a:extLst>
          </p:cNvPr>
          <p:cNvSpPr>
            <a:spLocks xmlns:a="http://schemas.openxmlformats.org/drawingml/2006/main" noGrp="1"/>
          </p:cNvSpPr>
          <p:nvPr/>
        </p:nvSpPr>
        <p:spPr>
          <a:xfrm xmlns:a="http://schemas.openxmlformats.org/drawingml/2006/main">
            <a:off x="864394" y="3935648"/>
            <a:ext cx="4357688" cy="102495"/>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fontScale="62500" lnSpcReduction="20000"/>
          </a:bodyPr>
          <a:lstStyle xmlns:a="http://schemas.openxmlformats.org/drawingml/2006/main"/>
          <a:p xmlns:a="http://schemas.openxmlformats.org/drawingml/2006/main">
            <a:pPr marL="0" indent="0" algn="l">
              <a:lnSpc>
                <a:spcPts val="911"/>
              </a:lnSpc>
              <a:buNone/>
            </a:pPr>
            <a:r>
              <a:rPr sz="800" b="1">
                <a:latin typeface="Arial"/>
                <a:ea typeface="Arial"/>
                <a:cs typeface="Arial"/>
              </a:rPr>
              <a:t>PostgreSQL 16</a:t>
            </a:r>
            <a:endParaRPr sz="800">
              <a:latin typeface="Arial"/>
              <a:ea typeface="Arial"/>
              <a:cs typeface="Arial"/>
            </a:endParaRPr>
          </a:p>
        </p:txBody>
      </p:sp>
      <p:sp>
        <p:nvSpPr>
          <p:cNvPr id="44" name="Text 40">
            <a:extLst xmlns:a="http://schemas.openxmlformats.org/drawingml/2006/main">
              <a:ext uri="{FF2B5EF4-FFF2-40B4-BE49-F238E27FC236}">
                <a16:creationId xmlns:a16="http://schemas.microsoft.com/office/drawing/2014/main" id="{8BB0487B-8E94-445F-A770-AFBAC9BDAA8C}"/>
              </a:ext>
            </a:extLst>
          </p:cNvPr>
          <p:cNvSpPr>
            <a:spLocks xmlns:a="http://schemas.openxmlformats.org/drawingml/2006/main" noGrp="1"/>
          </p:cNvSpPr>
          <p:nvPr/>
        </p:nvSpPr>
        <p:spPr>
          <a:xfrm xmlns:a="http://schemas.openxmlformats.org/drawingml/2006/main">
            <a:off x="864394" y="4065575"/>
            <a:ext cx="4467416" cy="125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6"/>
              </a:lnSpc>
              <a:buNone/>
            </a:pPr>
            <a:r>
              <a:rPr sz="800">
                <a:latin typeface="Arial"/>
                <a:ea typeface="Arial"/>
                <a:cs typeface="Arial"/>
              </a:rPr>
              <a:t>motor de base de datos relacional</a:t>
            </a:r>
            <a:endParaRPr sz="800">
              <a:latin typeface="Arial"/>
              <a:ea typeface="Arial"/>
              <a:cs typeface="Arial"/>
            </a:endParaRPr>
          </a:p>
        </p:txBody>
      </p:sp>
      <p:sp>
        <p:nvSpPr>
          <p:cNvPr id="46" name="Text 42">
            <a:extLst xmlns:a="http://schemas.openxmlformats.org/drawingml/2006/main">
              <a:ext uri="{FF2B5EF4-FFF2-40B4-BE49-F238E27FC236}">
                <a16:creationId xmlns:a16="http://schemas.microsoft.com/office/drawing/2014/main" id="{670626B6-4BFF-412A-ADE1-83AEB233F1CA}"/>
              </a:ext>
            </a:extLst>
          </p:cNvPr>
          <p:cNvSpPr>
            <a:spLocks xmlns:a="http://schemas.openxmlformats.org/drawingml/2006/main" noGrp="1"/>
          </p:cNvSpPr>
          <p:nvPr/>
        </p:nvSpPr>
        <p:spPr>
          <a:xfrm xmlns:a="http://schemas.openxmlformats.org/drawingml/2006/main">
            <a:off x="5750719" y="1321594"/>
            <a:ext cx="1529008" cy="2434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1050" b="1" spc="16">
                <a:latin typeface="Arial"/>
                <a:ea typeface="Arial"/>
                <a:cs typeface="Arial"/>
              </a:rPr>
              <a:t>Ventajas del patrón DAO</a:t>
            </a:r>
            <a:endParaRPr sz="1050">
              <a:latin typeface="Arial"/>
              <a:ea typeface="Arial"/>
              <a:cs typeface="Arial"/>
            </a:endParaRPr>
          </a:p>
        </p:txBody>
      </p:sp>
      <p:sp>
        <p:nvSpPr>
          <p:cNvPr id="47" name="Text 43">
            <a:extLst xmlns:a="http://schemas.openxmlformats.org/drawingml/2006/main">
              <a:ext uri="{FF2B5EF4-FFF2-40B4-BE49-F238E27FC236}">
                <a16:creationId xmlns:a16="http://schemas.microsoft.com/office/drawing/2014/main" id="{191CE543-4072-4E00-B7F5-F9AFED579202}"/>
              </a:ext>
            </a:extLst>
          </p:cNvPr>
          <p:cNvSpPr>
            <a:spLocks xmlns:a="http://schemas.openxmlformats.org/drawingml/2006/main" noGrp="1"/>
          </p:cNvSpPr>
          <p:nvPr/>
        </p:nvSpPr>
        <p:spPr>
          <a:xfrm xmlns:a="http://schemas.openxmlformats.org/drawingml/2006/main">
            <a:off x="5579269" y="1325165"/>
            <a:ext cx="125658" cy="20885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600">
                <a:latin typeface="Arial"/>
                <a:ea typeface="Arial"/>
                <a:cs typeface="Arial"/>
              </a:rPr>
              <a:t>★</a:t>
            </a:r>
            <a:endParaRPr sz="1600">
              <a:latin typeface="Arial"/>
              <a:ea typeface="Arial"/>
              <a:cs typeface="Arial"/>
            </a:endParaRPr>
          </a:p>
        </p:txBody>
      </p:sp>
      <p:sp>
        <p:nvSpPr>
          <p:cNvPr id="48" name="Text 44">
            <a:extLst xmlns:a="http://schemas.openxmlformats.org/drawingml/2006/main">
              <a:ext uri="{FF2B5EF4-FFF2-40B4-BE49-F238E27FC236}">
                <a16:creationId xmlns:a16="http://schemas.microsoft.com/office/drawing/2014/main" id="{47605E1F-65BB-40E5-8A11-2DA394D6F259}"/>
              </a:ext>
            </a:extLst>
          </p:cNvPr>
          <p:cNvSpPr>
            <a:spLocks xmlns:a="http://schemas.openxmlformats.org/drawingml/2006/main" noGrp="1"/>
          </p:cNvSpPr>
          <p:nvPr/>
        </p:nvSpPr>
        <p:spPr>
          <a:xfrm xmlns:a="http://schemas.openxmlformats.org/drawingml/2006/main">
            <a:off x="5579269" y="1528763"/>
            <a:ext cx="3345656" cy="14197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gn="l">
              <a:lnSpc>
                <a:spcPts val="1055"/>
              </a:lnSpc>
              <a:spcAft>
                <a:spcPts val="394"/>
              </a:spcAft>
              <a:buSzPct val="100000"/>
              <a:buChar char="•"/>
            </a:pPr>
            <a:r>
              <a:rPr sz="1050">
                <a:latin typeface="Arial"/>
                <a:ea typeface="Arial"/>
                <a:cs typeface="Arial"/>
              </a:rPr>
              <a:t>✓Separación de responsabilidades: la vista no conoce el SQL.</a:t>
            </a:r>
            <a:endParaRPr sz="1050">
              <a:latin typeface="Arial"/>
              <a:ea typeface="Arial"/>
              <a:cs typeface="Arial"/>
            </a:endParaRPr>
          </a:p>
          <a:p xmlns:a="http://schemas.openxmlformats.org/drawingml/2006/main">
            <a:pPr marL="342900" indent="-342900" algn="l">
              <a:lnSpc>
                <a:spcPts val="1055"/>
              </a:lnSpc>
              <a:spcAft>
                <a:spcPts val="394"/>
              </a:spcAft>
              <a:buSzPct val="100000"/>
              <a:buChar char="•"/>
            </a:pPr>
            <a:r>
              <a:rPr sz="1050">
                <a:latin typeface="Arial"/>
                <a:ea typeface="Arial"/>
                <a:cs typeface="Arial"/>
              </a:rPr>
              <a:t>✓Reutilización: el mismo DAO sirve para varios controladores.</a:t>
            </a:r>
            <a:endParaRPr sz="1050">
              <a:latin typeface="Arial"/>
              <a:ea typeface="Arial"/>
              <a:cs typeface="Arial"/>
            </a:endParaRPr>
          </a:p>
          <a:p xmlns:a="http://schemas.openxmlformats.org/drawingml/2006/main">
            <a:pPr marL="342900" indent="-342900" algn="l">
              <a:lnSpc>
                <a:spcPts val="1055"/>
              </a:lnSpc>
              <a:spcAft>
                <a:spcPts val="394"/>
              </a:spcAft>
              <a:buSzPct val="100000"/>
              <a:buChar char="•"/>
            </a:pPr>
            <a:r>
              <a:rPr sz="1050">
                <a:latin typeface="Arial"/>
                <a:ea typeface="Arial"/>
                <a:cs typeface="Arial"/>
              </a:rPr>
              <a:t>✓Testabilidad: los DAOs se pueden probar aislados con BD de prueba.</a:t>
            </a:r>
            <a:endParaRPr sz="1050">
              <a:latin typeface="Arial"/>
              <a:ea typeface="Arial"/>
              <a:cs typeface="Arial"/>
            </a:endParaRPr>
          </a:p>
          <a:p xmlns:a="http://schemas.openxmlformats.org/drawingml/2006/main">
            <a:pPr marL="342900" indent="-342900" algn="l">
              <a:lnSpc>
                <a:spcPts val="1055"/>
              </a:lnSpc>
              <a:spcAft>
                <a:spcPts val="394"/>
              </a:spcAft>
              <a:buSzPct val="100000"/>
              <a:buChar char="•"/>
            </a:pPr>
            <a:r>
              <a:rPr sz="1050">
                <a:latin typeface="Arial"/>
                <a:ea typeface="Arial"/>
                <a:cs typeface="Arial"/>
              </a:rPr>
              <a:t>✓Mantenibilidad: cambios de SQL se concentran en un solo lugar.</a:t>
            </a:r>
            <a:endParaRPr sz="1050">
              <a:latin typeface="Arial"/>
              <a:ea typeface="Arial"/>
              <a:cs typeface="Arial"/>
            </a:endParaRPr>
          </a:p>
        </p:txBody>
      </p:sp>
      <p:sp>
        <p:nvSpPr>
          <p:cNvPr id="50" name="Text 46">
            <a:extLst xmlns:a="http://schemas.openxmlformats.org/drawingml/2006/main">
              <a:ext uri="{FF2B5EF4-FFF2-40B4-BE49-F238E27FC236}">
                <a16:creationId xmlns:a16="http://schemas.microsoft.com/office/drawing/2014/main" id="{63742266-6075-4722-A33C-21FA1C8D0E46}"/>
              </a:ext>
            </a:extLst>
          </p:cNvPr>
          <p:cNvSpPr>
            <a:spLocks xmlns:a="http://schemas.openxmlformats.org/drawingml/2006/main" noGrp="1"/>
          </p:cNvSpPr>
          <p:nvPr/>
        </p:nvSpPr>
        <p:spPr>
          <a:xfrm xmlns:a="http://schemas.openxmlformats.org/drawingml/2006/main">
            <a:off x="5827536" y="3202332"/>
            <a:ext cx="1608181" cy="1332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800" b="1" spc="16">
                <a:latin typeface="Arial"/>
                <a:ea typeface="Arial"/>
                <a:cs typeface="Arial"/>
              </a:rPr>
              <a:t>Operaciones CRUD + Upsert</a:t>
            </a:r>
            <a:endParaRPr sz="800">
              <a:latin typeface="Arial"/>
              <a:ea typeface="Arial"/>
              <a:cs typeface="Arial"/>
            </a:endParaRPr>
          </a:p>
        </p:txBody>
      </p:sp>
      <p:sp>
        <p:nvSpPr>
          <p:cNvPr id="52" name="Text 48">
            <a:extLst xmlns:a="http://schemas.openxmlformats.org/drawingml/2006/main">
              <a:ext uri="{FF2B5EF4-FFF2-40B4-BE49-F238E27FC236}">
                <a16:creationId xmlns:a16="http://schemas.microsoft.com/office/drawing/2014/main" id="{FE124B1A-B2E8-4D0D-8427-A783F5E31058}"/>
              </a:ext>
            </a:extLst>
          </p:cNvPr>
          <p:cNvSpPr>
            <a:spLocks xmlns:a="http://schemas.openxmlformats.org/drawingml/2006/main" noGrp="1"/>
          </p:cNvSpPr>
          <p:nvPr/>
        </p:nvSpPr>
        <p:spPr>
          <a:xfrm xmlns:a="http://schemas.openxmlformats.org/drawingml/2006/main">
            <a:off x="5750719" y="3465500"/>
            <a:ext cx="3043238" cy="3011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2500"/>
          </a:bodyPr>
          <a:lstStyle xmlns:a="http://schemas.openxmlformats.org/drawingml/2006/main"/>
          <a:p xmlns:a="http://schemas.openxmlformats.org/drawingml/2006/main">
            <a:pPr marL="0" indent="0" algn="l">
              <a:lnSpc>
                <a:spcPts val="1013"/>
              </a:lnSpc>
              <a:buNone/>
            </a:pPr>
            <a:r>
              <a:rPr sz="800">
                <a:latin typeface="Arial"/>
                <a:ea typeface="Arial"/>
                <a:cs typeface="Arial"/>
              </a:rPr>
              <a:t>Cada DAO expone </a:t>
            </a:r>
            <a:r>
              <a:rPr sz="800">
                <a:latin typeface="Arial"/>
                <a:ea typeface="Arial"/>
                <a:cs typeface="Arial"/>
              </a:rPr>
              <a:t>crear</a:t>
            </a:r>
            <a:r>
              <a:rPr sz="800">
                <a:latin typeface="Arial"/>
                <a:ea typeface="Arial"/>
                <a:cs typeface="Arial"/>
              </a:rPr>
              <a:t>, </a:t>
            </a:r>
            <a:r>
              <a:rPr sz="800">
                <a:latin typeface="Arial"/>
                <a:ea typeface="Arial"/>
                <a:cs typeface="Arial"/>
              </a:rPr>
              <a:t>leer</a:t>
            </a:r>
            <a:r>
              <a:rPr sz="800">
                <a:latin typeface="Arial"/>
                <a:ea typeface="Arial"/>
                <a:cs typeface="Arial"/>
              </a:rPr>
              <a:t>, </a:t>
            </a:r>
            <a:r>
              <a:rPr sz="800">
                <a:latin typeface="Arial"/>
                <a:ea typeface="Arial"/>
                <a:cs typeface="Arial"/>
              </a:rPr>
              <a:t>actualizar</a:t>
            </a:r>
            <a:r>
              <a:rPr sz="800">
                <a:latin typeface="Arial"/>
                <a:ea typeface="Arial"/>
                <a:cs typeface="Arial"/>
              </a:rPr>
              <a:t> y </a:t>
            </a:r>
            <a:r>
              <a:rPr sz="800">
                <a:latin typeface="Arial"/>
                <a:ea typeface="Arial"/>
                <a:cs typeface="Arial"/>
              </a:rPr>
              <a:t>eliminar</a:t>
            </a:r>
            <a:r>
              <a:rPr sz="800">
                <a:latin typeface="Arial"/>
                <a:ea typeface="Arial"/>
                <a:cs typeface="Arial"/>
              </a:rPr>
              <a:t>. Para sincronización se utiliza </a:t>
            </a:r>
            <a:r>
              <a:rPr sz="800">
                <a:latin typeface="Arial"/>
                <a:ea typeface="Arial"/>
                <a:cs typeface="Arial"/>
              </a:rPr>
              <a:t>ON CONFLICT DO UPDATE</a:t>
            </a:r>
            <a:r>
              <a:rPr sz="800">
                <a:latin typeface="Arial"/>
                <a:ea typeface="Arial"/>
                <a:cs typeface="Arial"/>
              </a:rPr>
              <a:t> (Upsert), garantizando atomicidad.</a:t>
            </a:r>
            <a:endParaRPr sz="800">
              <a:latin typeface="Arial"/>
              <a:ea typeface="Arial"/>
              <a:cs typeface="Arial"/>
            </a:endParaRPr>
          </a:p>
        </p:txBody>
      </p:sp>
      <p:sp>
        <p:nvSpPr>
          <p:cNvPr id="53" name="Text 49">
            <a:extLst xmlns:a="http://schemas.openxmlformats.org/drawingml/2006/main">
              <a:ext uri="{FF2B5EF4-FFF2-40B4-BE49-F238E27FC236}">
                <a16:creationId xmlns:a16="http://schemas.microsoft.com/office/drawing/2014/main" id="{410FCA87-D4D7-426E-B06E-96319DC364A7}"/>
              </a:ext>
            </a:extLst>
          </p:cNvPr>
          <p:cNvSpPr>
            <a:spLocks xmlns:a="http://schemas.openxmlformats.org/drawingml/2006/main" noGrp="1"/>
          </p:cNvSpPr>
          <p:nvPr/>
        </p:nvSpPr>
        <p:spPr>
          <a:xfrm xmlns:a="http://schemas.openxmlformats.org/drawingml/2006/main">
            <a:off x="5977807" y="3829335"/>
            <a:ext cx="426058" cy="228029"/>
          </a:xfrm>
          <a:prstGeom xmlns:a="http://schemas.openxmlformats.org/drawingml/2006/main" prst="roundRect">
            <a:avLst>
              <a:gd name="adj" fmla="val 4172923"/>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54" name="Text 50">
            <a:extLst xmlns:a="http://schemas.openxmlformats.org/drawingml/2006/main">
              <a:ext uri="{FF2B5EF4-FFF2-40B4-BE49-F238E27FC236}">
                <a16:creationId xmlns:a16="http://schemas.microsoft.com/office/drawing/2014/main" id="{9F3FA8E0-D4B2-4E41-BC0A-4C398F91BD8F}"/>
              </a:ext>
            </a:extLst>
          </p:cNvPr>
          <p:cNvSpPr>
            <a:spLocks xmlns:a="http://schemas.openxmlformats.org/drawingml/2006/main" noGrp="1"/>
          </p:cNvSpPr>
          <p:nvPr/>
        </p:nvSpPr>
        <p:spPr>
          <a:xfrm xmlns:a="http://schemas.openxmlformats.org/drawingml/2006/main">
            <a:off x="5950064" y="3841551"/>
            <a:ext cx="481543" cy="20359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928"/>
              </a:lnSpc>
              <a:buNone/>
            </a:pPr>
            <a:r>
              <a:rPr sz="800" spc="25">
                <a:latin typeface="Arial"/>
                <a:ea typeface="Arial"/>
                <a:cs typeface="Arial"/>
              </a:rPr>
              <a:t>CREATE</a:t>
            </a:r>
            <a:endParaRPr sz="800">
              <a:latin typeface="Arial"/>
              <a:ea typeface="Arial"/>
              <a:cs typeface="Arial"/>
            </a:endParaRPr>
          </a:p>
        </p:txBody>
      </p:sp>
      <p:sp>
        <p:nvSpPr>
          <p:cNvPr id="55" name="Text 51">
            <a:extLst xmlns:a="http://schemas.openxmlformats.org/drawingml/2006/main">
              <a:ext uri="{FF2B5EF4-FFF2-40B4-BE49-F238E27FC236}">
                <a16:creationId xmlns:a16="http://schemas.microsoft.com/office/drawing/2014/main" id="{B9A6517D-C37D-4218-AD84-DB99D98B2660}"/>
              </a:ext>
            </a:extLst>
          </p:cNvPr>
          <p:cNvSpPr>
            <a:spLocks xmlns:a="http://schemas.openxmlformats.org/drawingml/2006/main" noGrp="1"/>
          </p:cNvSpPr>
          <p:nvPr/>
        </p:nvSpPr>
        <p:spPr>
          <a:xfrm xmlns:a="http://schemas.openxmlformats.org/drawingml/2006/main">
            <a:off x="6461014" y="3829335"/>
            <a:ext cx="341226" cy="228029"/>
          </a:xfrm>
          <a:prstGeom xmlns:a="http://schemas.openxmlformats.org/drawingml/2006/main" prst="roundRect">
            <a:avLst>
              <a:gd name="adj" fmla="val 4172923"/>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56" name="Text 52">
            <a:extLst xmlns:a="http://schemas.openxmlformats.org/drawingml/2006/main">
              <a:ext uri="{FF2B5EF4-FFF2-40B4-BE49-F238E27FC236}">
                <a16:creationId xmlns:a16="http://schemas.microsoft.com/office/drawing/2014/main" id="{6F0FBE87-8226-443C-8CD6-FB17E7346806}"/>
              </a:ext>
            </a:extLst>
          </p:cNvPr>
          <p:cNvSpPr>
            <a:spLocks xmlns:a="http://schemas.openxmlformats.org/drawingml/2006/main" noGrp="1"/>
          </p:cNvSpPr>
          <p:nvPr/>
        </p:nvSpPr>
        <p:spPr>
          <a:xfrm xmlns:a="http://schemas.openxmlformats.org/drawingml/2006/main">
            <a:off x="6461014" y="3841551"/>
            <a:ext cx="341226" cy="20359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928"/>
              </a:lnSpc>
              <a:buNone/>
            </a:pPr>
            <a:r>
              <a:rPr sz="800" spc="25">
                <a:latin typeface="Arial"/>
                <a:ea typeface="Arial"/>
                <a:cs typeface="Arial"/>
              </a:rPr>
              <a:t>READ</a:t>
            </a:r>
            <a:endParaRPr sz="800">
              <a:latin typeface="Arial"/>
              <a:ea typeface="Arial"/>
              <a:cs typeface="Arial"/>
            </a:endParaRPr>
          </a:p>
        </p:txBody>
      </p:sp>
      <p:sp>
        <p:nvSpPr>
          <p:cNvPr id="57" name="Text 53">
            <a:extLst xmlns:a="http://schemas.openxmlformats.org/drawingml/2006/main">
              <a:ext uri="{FF2B5EF4-FFF2-40B4-BE49-F238E27FC236}">
                <a16:creationId xmlns:a16="http://schemas.microsoft.com/office/drawing/2014/main" id="{5902DEB9-3D0F-4CEA-BC09-3192BD350DA6}"/>
              </a:ext>
            </a:extLst>
          </p:cNvPr>
          <p:cNvSpPr>
            <a:spLocks xmlns:a="http://schemas.openxmlformats.org/drawingml/2006/main" noGrp="1"/>
          </p:cNvSpPr>
          <p:nvPr/>
        </p:nvSpPr>
        <p:spPr>
          <a:xfrm xmlns:a="http://schemas.openxmlformats.org/drawingml/2006/main">
            <a:off x="6859390" y="3829335"/>
            <a:ext cx="426058" cy="228029"/>
          </a:xfrm>
          <a:prstGeom xmlns:a="http://schemas.openxmlformats.org/drawingml/2006/main" prst="roundRect">
            <a:avLst>
              <a:gd name="adj" fmla="val 4172923"/>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58" name="Text 54">
            <a:extLst xmlns:a="http://schemas.openxmlformats.org/drawingml/2006/main">
              <a:ext uri="{FF2B5EF4-FFF2-40B4-BE49-F238E27FC236}">
                <a16:creationId xmlns:a16="http://schemas.microsoft.com/office/drawing/2014/main" id="{747C1A67-80B7-4532-90F2-5F604ED773CF}"/>
              </a:ext>
            </a:extLst>
          </p:cNvPr>
          <p:cNvSpPr>
            <a:spLocks xmlns:a="http://schemas.openxmlformats.org/drawingml/2006/main" noGrp="1"/>
          </p:cNvSpPr>
          <p:nvPr/>
        </p:nvSpPr>
        <p:spPr>
          <a:xfrm xmlns:a="http://schemas.openxmlformats.org/drawingml/2006/main">
            <a:off x="6831647" y="3841551"/>
            <a:ext cx="481543" cy="20359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928"/>
              </a:lnSpc>
              <a:buNone/>
            </a:pPr>
            <a:r>
              <a:rPr sz="800" spc="25">
                <a:latin typeface="Arial"/>
                <a:ea typeface="Arial"/>
                <a:cs typeface="Arial"/>
              </a:rPr>
              <a:t>UPDATE</a:t>
            </a:r>
            <a:endParaRPr sz="800">
              <a:latin typeface="Arial"/>
              <a:ea typeface="Arial"/>
              <a:cs typeface="Arial"/>
            </a:endParaRPr>
          </a:p>
        </p:txBody>
      </p:sp>
      <p:sp>
        <p:nvSpPr>
          <p:cNvPr id="59" name="Text 55">
            <a:extLst xmlns:a="http://schemas.openxmlformats.org/drawingml/2006/main">
              <a:ext uri="{FF2B5EF4-FFF2-40B4-BE49-F238E27FC236}">
                <a16:creationId xmlns:a16="http://schemas.microsoft.com/office/drawing/2014/main" id="{996FD1BD-004F-4393-BCA0-9A939557D9E9}"/>
              </a:ext>
            </a:extLst>
          </p:cNvPr>
          <p:cNvSpPr>
            <a:spLocks xmlns:a="http://schemas.openxmlformats.org/drawingml/2006/main" noGrp="1"/>
          </p:cNvSpPr>
          <p:nvPr/>
        </p:nvSpPr>
        <p:spPr>
          <a:xfrm xmlns:a="http://schemas.openxmlformats.org/drawingml/2006/main">
            <a:off x="7342598" y="3829335"/>
            <a:ext cx="426058" cy="228029"/>
          </a:xfrm>
          <a:prstGeom xmlns:a="http://schemas.openxmlformats.org/drawingml/2006/main" prst="roundRect">
            <a:avLst>
              <a:gd name="adj" fmla="val 4172923"/>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0" name="Text 56">
            <a:extLst xmlns:a="http://schemas.openxmlformats.org/drawingml/2006/main">
              <a:ext uri="{FF2B5EF4-FFF2-40B4-BE49-F238E27FC236}">
                <a16:creationId xmlns:a16="http://schemas.microsoft.com/office/drawing/2014/main" id="{3DB01CC1-6A45-4C01-831F-6A6EE03249D4}"/>
              </a:ext>
            </a:extLst>
          </p:cNvPr>
          <p:cNvSpPr>
            <a:spLocks xmlns:a="http://schemas.openxmlformats.org/drawingml/2006/main" noGrp="1"/>
          </p:cNvSpPr>
          <p:nvPr/>
        </p:nvSpPr>
        <p:spPr>
          <a:xfrm xmlns:a="http://schemas.openxmlformats.org/drawingml/2006/main">
            <a:off x="7314855" y="3841551"/>
            <a:ext cx="481543" cy="20359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928"/>
              </a:lnSpc>
              <a:buNone/>
            </a:pPr>
            <a:r>
              <a:rPr sz="800" spc="25">
                <a:latin typeface="Arial"/>
                <a:ea typeface="Arial"/>
                <a:cs typeface="Arial"/>
              </a:rPr>
              <a:t>DELETE</a:t>
            </a:r>
            <a:endParaRPr sz="800">
              <a:latin typeface="Arial"/>
              <a:ea typeface="Arial"/>
              <a:cs typeface="Arial"/>
            </a:endParaRPr>
          </a:p>
        </p:txBody>
      </p:sp>
      <p:sp>
        <p:nvSpPr>
          <p:cNvPr id="61" name="Text 57">
            <a:extLst xmlns:a="http://schemas.openxmlformats.org/drawingml/2006/main">
              <a:ext uri="{FF2B5EF4-FFF2-40B4-BE49-F238E27FC236}">
                <a16:creationId xmlns:a16="http://schemas.microsoft.com/office/drawing/2014/main" id="{8F543B74-9062-4AF5-BAFC-2E824AF6CA90}"/>
              </a:ext>
            </a:extLst>
          </p:cNvPr>
          <p:cNvSpPr>
            <a:spLocks xmlns:a="http://schemas.openxmlformats.org/drawingml/2006/main" noGrp="1"/>
          </p:cNvSpPr>
          <p:nvPr/>
        </p:nvSpPr>
        <p:spPr>
          <a:xfrm xmlns:a="http://schemas.openxmlformats.org/drawingml/2006/main">
            <a:off x="7825806" y="3829335"/>
            <a:ext cx="426058" cy="228029"/>
          </a:xfrm>
          <a:prstGeom xmlns:a="http://schemas.openxmlformats.org/drawingml/2006/main" prst="roundRect">
            <a:avLst>
              <a:gd name="adj" fmla="val 4172923"/>
            </a:avLst>
          </a:prstGeom>
          <a:solidFill xmlns:a="http://schemas.openxmlformats.org/drawingml/2006/main">
            <a:srgbClr val="06B6D4">
              <a:alpha val="18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2" name="Text 58">
            <a:extLst xmlns:a="http://schemas.openxmlformats.org/drawingml/2006/main">
              <a:ext uri="{FF2B5EF4-FFF2-40B4-BE49-F238E27FC236}">
                <a16:creationId xmlns:a16="http://schemas.microsoft.com/office/drawing/2014/main" id="{46C94AA7-DCD1-4BE2-9DF5-FFC42A144391}"/>
              </a:ext>
            </a:extLst>
          </p:cNvPr>
          <p:cNvSpPr>
            <a:spLocks xmlns:a="http://schemas.openxmlformats.org/drawingml/2006/main" noGrp="1"/>
          </p:cNvSpPr>
          <p:nvPr/>
        </p:nvSpPr>
        <p:spPr>
          <a:xfrm xmlns:a="http://schemas.openxmlformats.org/drawingml/2006/main">
            <a:off x="7798063" y="3841551"/>
            <a:ext cx="481543" cy="20359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928"/>
              </a:lnSpc>
              <a:buNone/>
            </a:pPr>
            <a:r>
              <a:rPr sz="800" spc="25">
                <a:latin typeface="Arial"/>
                <a:ea typeface="Arial"/>
                <a:cs typeface="Arial"/>
              </a:rPr>
              <a:t>UPSERT</a:t>
            </a:r>
            <a:endParaRPr sz="800">
              <a:latin typeface="Arial"/>
              <a:ea typeface="Arial"/>
              <a:cs typeface="Arial"/>
            </a:endParaRPr>
          </a:p>
        </p:txBody>
      </p:sp>
    </p:spTree>
    <p:extLst>
      <p:ext uri="{BB962C8B-B14F-4D97-AF65-F5344CB8AC3E}">
        <p14:creationId xmlns:p14="http://schemas.microsoft.com/office/powerpoint/2010/main" val="5398831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6AACF49B-F397-483B-A6D0-A27FE6EE1068}"/>
              </a:ext>
            </a:extLst>
          </p:cNvPr>
          <p:cNvSpPr>
            <a:spLocks xmlns:a="http://schemas.openxmlformats.org/drawingml/2006/main" noGrp="1"/>
          </p:cNvSpPr>
          <p:nvPr/>
        </p:nvSpPr>
        <p:spPr>
          <a:xfrm xmlns:a="http://schemas.openxmlformats.org/drawingml/2006/main">
            <a:off x="381001" y="239434"/>
            <a:ext cx="8401050" cy="42473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la vista FXML recibe las acciones del usuario y las envía al controlador JavaFX. </a:t>
            </a:r>
          </a:p>
          <a:p xmlns:a="http://schemas.openxmlformats.org/drawingml/2006/main">
            <a:pPr algn="just">
              <a:buNone/>
            </a:pPr>
            <a:endParaRPr/>
          </a:p>
          <a:p xmlns:a="http://schemas.openxmlformats.org/drawingml/2006/main">
            <a:pPr algn="just">
              <a:buNone/>
            </a:pPr>
            <a:r>
              <a:t>Luego, el controlador valida los datos y llama al DAO correspondiente.</a:t>
            </a:r>
          </a:p>
          <a:p xmlns:a="http://schemas.openxmlformats.org/drawingml/2006/main">
            <a:pPr algn="just">
              <a:buNone/>
            </a:pPr>
            <a:r>
              <a:t>A continuación, el DAO realiza las operaciones sobre PostgreSQL, como INSERT, SELECT, UPDATE, DELETE y Upsert.</a:t>
            </a:r>
          </a:p>
          <a:p xmlns:a="http://schemas.openxmlformats.org/drawingml/2006/main">
            <a:pPr algn="just">
              <a:buNone/>
            </a:pPr>
            <a:endParaRPr/>
          </a:p>
          <a:p xmlns:a="http://schemas.openxmlformats.org/drawingml/2006/main">
            <a:pPr algn="just">
              <a:buNone/>
            </a:pPr>
            <a:r>
              <a:t>La conexión se centraliza mediante PostgreSQLConnection, lo que facilita la administración de la base de datos.</a:t>
            </a:r>
          </a:p>
          <a:p xmlns:a="http://schemas.openxmlformats.org/drawingml/2006/main">
            <a:pPr algn="just">
              <a:buNone/>
            </a:pPr>
            <a:endParaRPr/>
          </a:p>
          <a:p xmlns:a="http://schemas.openxmlformats.org/drawingml/2006/main">
            <a:pPr algn="just">
              <a:buNone/>
            </a:pPr>
            <a:r>
              <a:t>Por lo tanto, el patrón DAO permite una mejor separación de responsabilidades, reutilización, </a:t>
            </a:r>
            <a:r>
              <a:t>testabilidad</a:t>
            </a:r>
            <a:r>
              <a:t> y mantenimiento.</a:t>
            </a:r>
          </a:p>
          <a:p xmlns:a="http://schemas.openxmlformats.org/drawingml/2006/main">
            <a:pPr algn="just">
              <a:buNone/>
            </a:pPr>
            <a:endParaRPr/>
          </a:p>
          <a:p xmlns:a="http://schemas.openxmlformats.org/drawingml/2006/main">
            <a:pPr algn="just">
              <a:buNone/>
            </a:pPr>
            <a:r>
              <a:t>Finalmente, esta estructura permitió que los cinco integrantes trabajaran en paralelo de manera más organizada. Cedo la palabra al siguiente expositor para la sección de UX/UI.</a:t>
            </a:r>
            <a:endParaRPr/>
          </a:p>
        </p:txBody>
      </p:sp>
    </p:spTree>
    <p:extLst>
      <p:ext uri="{BB962C8B-B14F-4D97-AF65-F5344CB8AC3E}">
        <p14:creationId xmlns:p14="http://schemas.microsoft.com/office/powerpoint/2010/main" val="421875371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Shape 0">
            <a:extLst xmlns:a="http://schemas.openxmlformats.org/drawingml/2006/main">
              <a:ext uri="{FF2B5EF4-FFF2-40B4-BE49-F238E27FC236}">
                <a16:creationId xmlns:a16="http://schemas.microsoft.com/office/drawing/2014/main" id="{7658C1C3-05F5-4284-8B3B-441704257463}"/>
              </a:ext>
            </a:extLst>
          </p:cNvPr>
          <p:cNvSpPr>
            <a:spLocks xmlns:a="http://schemas.openxmlformats.org/drawingml/2006/main" noGrp="1"/>
          </p:cNvSpPr>
          <p:nvPr/>
        </p:nvSpPr>
        <p:spPr>
          <a:xfrm xmlns:a="http://schemas.openxmlformats.org/drawingml/2006/main">
            <a:off x="535781" y="2086868"/>
            <a:ext cx="4254773"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5" name="Shape 1">
            <a:extLst xmlns:a="http://schemas.openxmlformats.org/drawingml/2006/main">
              <a:ext uri="{FF2B5EF4-FFF2-40B4-BE49-F238E27FC236}">
                <a16:creationId xmlns:a16="http://schemas.microsoft.com/office/drawing/2014/main" id="{4211A3CC-7914-4C93-B6A7-20A51B4ED3C8}"/>
              </a:ext>
            </a:extLst>
          </p:cNvPr>
          <p:cNvSpPr>
            <a:spLocks xmlns:a="http://schemas.openxmlformats.org/drawingml/2006/main" noGrp="1"/>
          </p:cNvSpPr>
          <p:nvPr/>
        </p:nvSpPr>
        <p:spPr>
          <a:xfrm xmlns:a="http://schemas.openxmlformats.org/drawingml/2006/main">
            <a:off x="535781" y="2507456"/>
            <a:ext cx="4254773"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6" name="Shape 2">
            <a:extLst xmlns:a="http://schemas.openxmlformats.org/drawingml/2006/main">
              <a:ext uri="{FF2B5EF4-FFF2-40B4-BE49-F238E27FC236}">
                <a16:creationId xmlns:a16="http://schemas.microsoft.com/office/drawing/2014/main" id="{F37349AF-8954-48D9-A918-3CA4C7B6EC74}"/>
              </a:ext>
            </a:extLst>
          </p:cNvPr>
          <p:cNvSpPr>
            <a:spLocks xmlns:a="http://schemas.openxmlformats.org/drawingml/2006/main" noGrp="1"/>
          </p:cNvSpPr>
          <p:nvPr/>
        </p:nvSpPr>
        <p:spPr>
          <a:xfrm xmlns:a="http://schemas.openxmlformats.org/drawingml/2006/main">
            <a:off x="535781" y="3056632"/>
            <a:ext cx="4254773" cy="0"/>
          </a:xfrm>
          <a:prstGeom xmlns:a="http://schemas.openxmlformats.org/drawingml/2006/main" prst="line">
            <a:avLst/>
          </a:prstGeom>
          <a:noFill xmlns:a="http://schemas.openxmlformats.org/drawingml/2006/main"/>
          <a:ln xmlns:a="http://schemas.openxmlformats.org/drawingml/2006/main" w="7144">
            <a:solidFill>
              <a:srgbClr val="38BDF8"/>
            </a:solidFill>
            <a:prstDash val="dash"/>
          </a:ln>
        </p:spPr>
      </p:sp>
      <p:sp>
        <p:nvSpPr>
          <p:cNvPr id="9" name="Text 5">
            <a:extLst xmlns:a="http://schemas.openxmlformats.org/drawingml/2006/main">
              <a:ext uri="{FF2B5EF4-FFF2-40B4-BE49-F238E27FC236}">
                <a16:creationId xmlns:a16="http://schemas.microsoft.com/office/drawing/2014/main" id="{5FC6FA34-709E-49FB-A716-09EA91790C97}"/>
              </a:ext>
            </a:extLst>
          </p:cNvPr>
          <p:cNvSpPr>
            <a:spLocks xmlns:a="http://schemas.openxmlformats.org/drawingml/2006/main" noGrp="1"/>
          </p:cNvSpPr>
          <p:nvPr/>
        </p:nvSpPr>
        <p:spPr>
          <a:xfrm xmlns:a="http://schemas.openxmlformats.org/drawingml/2006/main">
            <a:off x="878681" y="426006"/>
            <a:ext cx="1513486"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01">
                <a:latin typeface="Arial"/>
                <a:ea typeface="Arial"/>
                <a:cs typeface="Arial"/>
              </a:rPr>
              <a:t>BLOQUE · UX/UI</a:t>
            </a:r>
            <a:endParaRPr sz="800">
              <a:latin typeface="Arial"/>
              <a:ea typeface="Arial"/>
              <a:cs typeface="Arial"/>
            </a:endParaRPr>
          </a:p>
        </p:txBody>
      </p:sp>
      <p:sp>
        <p:nvSpPr>
          <p:cNvPr id="12" name="Text 8">
            <a:extLst xmlns:a="http://schemas.openxmlformats.org/drawingml/2006/main">
              <a:ext uri="{FF2B5EF4-FFF2-40B4-BE49-F238E27FC236}">
                <a16:creationId xmlns:a16="http://schemas.microsoft.com/office/drawing/2014/main" id="{EBC64410-540D-45FB-8C7B-2B69200E05A0}"/>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2475"/>
              </a:lnSpc>
              <a:buNone/>
            </a:pPr>
            <a:r>
              <a:rPr sz="2250" b="1" spc="-34">
                <a:latin typeface="Arial"/>
                <a:ea typeface="Arial"/>
                <a:cs typeface="Arial"/>
              </a:rPr>
              <a:t>Lineamientos de diseño</a:t>
            </a:r>
            <a:endParaRPr sz="2250">
              <a:latin typeface="Arial"/>
              <a:ea typeface="Arial"/>
              <a:cs typeface="Arial"/>
            </a:endParaRPr>
          </a:p>
        </p:txBody>
      </p:sp>
      <p:sp>
        <p:nvSpPr>
          <p:cNvPr id="13" name="Text 9">
            <a:extLst xmlns:a="http://schemas.openxmlformats.org/drawingml/2006/main">
              <a:ext uri="{FF2B5EF4-FFF2-40B4-BE49-F238E27FC236}">
                <a16:creationId xmlns:a16="http://schemas.microsoft.com/office/drawing/2014/main" id="{6F1C1E71-0F93-41FF-A2E9-46E787B06A09}"/>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5" name="Text 11">
            <a:extLst xmlns:a="http://schemas.openxmlformats.org/drawingml/2006/main">
              <a:ext uri="{FF2B5EF4-FFF2-40B4-BE49-F238E27FC236}">
                <a16:creationId xmlns:a16="http://schemas.microsoft.com/office/drawing/2014/main" id="{5BD685BF-3629-4DC2-8777-027A55308636}"/>
              </a:ext>
            </a:extLst>
          </p:cNvPr>
          <p:cNvSpPr>
            <a:spLocks xmlns:a="http://schemas.openxmlformats.org/drawingml/2006/main" noGrp="1"/>
          </p:cNvSpPr>
          <p:nvPr/>
        </p:nvSpPr>
        <p:spPr>
          <a:xfrm xmlns:a="http://schemas.openxmlformats.org/drawingml/2006/main">
            <a:off x="721519" y="1321594"/>
            <a:ext cx="1070167" cy="1388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266"/>
              </a:lnSpc>
              <a:buNone/>
            </a:pPr>
            <a:r>
              <a:rPr sz="844" b="1" spc="17">
                <a:latin typeface="Arial"/>
                <a:ea typeface="Arial"/>
                <a:cs typeface="Arial"/>
              </a:rPr>
              <a:t>Estructura común</a:t>
            </a:r>
            <a:endParaRPr sz="844">
              <a:latin typeface="Arial"/>
              <a:ea typeface="Arial"/>
              <a:cs typeface="Arial"/>
            </a:endParaRPr>
          </a:p>
        </p:txBody>
      </p:sp>
      <p:sp>
        <p:nvSpPr>
          <p:cNvPr id="16" name="Text 12">
            <a:extLst xmlns:a="http://schemas.openxmlformats.org/drawingml/2006/main">
              <a:ext uri="{FF2B5EF4-FFF2-40B4-BE49-F238E27FC236}">
                <a16:creationId xmlns:a16="http://schemas.microsoft.com/office/drawing/2014/main" id="{57442740-CFCF-44E8-A572-357312B198C0}"/>
              </a:ext>
            </a:extLst>
          </p:cNvPr>
          <p:cNvSpPr>
            <a:spLocks xmlns:a="http://schemas.openxmlformats.org/drawingml/2006/main" noGrp="1"/>
          </p:cNvSpPr>
          <p:nvPr/>
        </p:nvSpPr>
        <p:spPr>
          <a:xfrm xmlns:a="http://schemas.openxmlformats.org/drawingml/2006/main">
            <a:off x="535781" y="1323380"/>
            <a:ext cx="128588"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66">
                <a:latin typeface="Arial"/>
                <a:ea typeface="Arial"/>
                <a:cs typeface="Arial"/>
              </a:rPr>
              <a:t>▦</a:t>
            </a:r>
            <a:endParaRPr sz="1266">
              <a:latin typeface="Arial"/>
              <a:ea typeface="Arial"/>
              <a:cs typeface="Arial"/>
            </a:endParaRPr>
          </a:p>
        </p:txBody>
      </p:sp>
      <p:sp>
        <p:nvSpPr>
          <p:cNvPr id="17" name="Text 13">
            <a:extLst xmlns:a="http://schemas.openxmlformats.org/drawingml/2006/main">
              <a:ext uri="{FF2B5EF4-FFF2-40B4-BE49-F238E27FC236}">
                <a16:creationId xmlns:a16="http://schemas.microsoft.com/office/drawing/2014/main" id="{EFA5C5CD-9245-4348-B0C0-03EBCD54C6A0}"/>
              </a:ext>
            </a:extLst>
          </p:cNvPr>
          <p:cNvSpPr>
            <a:spLocks xmlns:a="http://schemas.openxmlformats.org/drawingml/2006/main" noGrp="1"/>
          </p:cNvSpPr>
          <p:nvPr/>
        </p:nvSpPr>
        <p:spPr>
          <a:xfrm xmlns:a="http://schemas.openxmlformats.org/drawingml/2006/main">
            <a:off x="539353" y="1614488"/>
            <a:ext cx="250031" cy="250031"/>
          </a:xfrm>
          <a:prstGeom xmlns:a="http://schemas.openxmlformats.org/drawingml/2006/main" prst="roundRect">
            <a:avLst>
              <a:gd name="adj" fmla="val 34286"/>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8" name="Text 14">
            <a:extLst xmlns:a="http://schemas.openxmlformats.org/drawingml/2006/main">
              <a:ext uri="{FF2B5EF4-FFF2-40B4-BE49-F238E27FC236}">
                <a16:creationId xmlns:a16="http://schemas.microsoft.com/office/drawing/2014/main" id="{F090CF72-C0B7-4612-9C8B-599D19DD52F4}"/>
              </a:ext>
            </a:extLst>
          </p:cNvPr>
          <p:cNvSpPr>
            <a:spLocks xmlns:a="http://schemas.openxmlformats.org/drawingml/2006/main" noGrp="1"/>
          </p:cNvSpPr>
          <p:nvPr/>
        </p:nvSpPr>
        <p:spPr>
          <a:xfrm xmlns:a="http://schemas.openxmlformats.org/drawingml/2006/main">
            <a:off x="565964" y="1641098"/>
            <a:ext cx="196810" cy="1968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336">
                <a:latin typeface="Arial"/>
                <a:ea typeface="Arial"/>
                <a:cs typeface="Arial"/>
              </a:rPr>
              <a:t>✦</a:t>
            </a:r>
            <a:endParaRPr sz="1336">
              <a:latin typeface="Arial"/>
              <a:ea typeface="Arial"/>
              <a:cs typeface="Arial"/>
            </a:endParaRPr>
          </a:p>
        </p:txBody>
      </p:sp>
      <p:sp>
        <p:nvSpPr>
          <p:cNvPr id="19" name="Text 15">
            <a:extLst xmlns:a="http://schemas.openxmlformats.org/drawingml/2006/main">
              <a:ext uri="{FF2B5EF4-FFF2-40B4-BE49-F238E27FC236}">
                <a16:creationId xmlns:a16="http://schemas.microsoft.com/office/drawing/2014/main" id="{2D3EE5B7-8E9C-492D-99B2-06FA9554EEC1}"/>
              </a:ext>
            </a:extLst>
          </p:cNvPr>
          <p:cNvSpPr>
            <a:spLocks xmlns:a="http://schemas.openxmlformats.org/drawingml/2006/main" noGrp="1"/>
          </p:cNvSpPr>
          <p:nvPr/>
        </p:nvSpPr>
        <p:spPr>
          <a:xfrm xmlns:a="http://schemas.openxmlformats.org/drawingml/2006/main">
            <a:off x="878681" y="1610916"/>
            <a:ext cx="4021601" cy="114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949"/>
              </a:lnSpc>
              <a:buNone/>
            </a:pPr>
            <a:r>
              <a:rPr sz="800" b="1">
                <a:latin typeface="Arial"/>
                <a:ea typeface="Arial"/>
                <a:cs typeface="Arial"/>
              </a:rPr>
              <a:t>Barra lateral izquierda </a:t>
            </a:r>
            <a:r>
              <a:rPr sz="800" b="1">
                <a:latin typeface="Arial"/>
                <a:ea typeface="Arial"/>
                <a:cs typeface="Arial"/>
              </a:rPr>
              <a:t>#213D60</a:t>
            </a:r>
            <a:endParaRPr sz="800">
              <a:latin typeface="Arial"/>
              <a:ea typeface="Arial"/>
              <a:cs typeface="Arial"/>
            </a:endParaRPr>
          </a:p>
        </p:txBody>
      </p:sp>
      <p:sp>
        <p:nvSpPr>
          <p:cNvPr id="20" name="Text 16">
            <a:extLst xmlns:a="http://schemas.openxmlformats.org/drawingml/2006/main">
              <a:ext uri="{FF2B5EF4-FFF2-40B4-BE49-F238E27FC236}">
                <a16:creationId xmlns:a16="http://schemas.microsoft.com/office/drawing/2014/main" id="{6E1B26FB-676F-4497-813B-7A1E46D8DD9D}"/>
              </a:ext>
            </a:extLst>
          </p:cNvPr>
          <p:cNvSpPr>
            <a:spLocks xmlns:a="http://schemas.openxmlformats.org/drawingml/2006/main" noGrp="1"/>
          </p:cNvSpPr>
          <p:nvPr/>
        </p:nvSpPr>
        <p:spPr>
          <a:xfrm xmlns:a="http://schemas.openxmlformats.org/drawingml/2006/main">
            <a:off x="878681" y="1752898"/>
            <a:ext cx="3911873" cy="25896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Azul oscuro </a:t>
            </a:r>
            <a:r>
              <a:rPr sz="800">
                <a:latin typeface="Arial"/>
                <a:ea typeface="Arial"/>
                <a:cs typeface="Arial"/>
              </a:rPr>
              <a:t>#213D60</a:t>
            </a:r>
            <a:r>
              <a:rPr sz="800">
                <a:latin typeface="Arial"/>
                <a:ea typeface="Arial"/>
                <a:cs typeface="Arial"/>
              </a:rPr>
              <a:t>: logotipo, menú con Dashboard, Pacientes, Doctores, Citas médicas e Historial clínico, y Cerrar sesión al pie.</a:t>
            </a:r>
            <a:endParaRPr sz="800">
              <a:latin typeface="Arial"/>
              <a:ea typeface="Arial"/>
              <a:cs typeface="Arial"/>
            </a:endParaRPr>
          </a:p>
        </p:txBody>
      </p:sp>
      <p:sp>
        <p:nvSpPr>
          <p:cNvPr id="21" name="Text 17">
            <a:extLst xmlns:a="http://schemas.openxmlformats.org/drawingml/2006/main">
              <a:ext uri="{FF2B5EF4-FFF2-40B4-BE49-F238E27FC236}">
                <a16:creationId xmlns:a16="http://schemas.microsoft.com/office/drawing/2014/main" id="{E114A86B-FB74-43AE-84E7-4EFCFA421BBF}"/>
              </a:ext>
            </a:extLst>
          </p:cNvPr>
          <p:cNvSpPr>
            <a:spLocks xmlns:a="http://schemas.openxmlformats.org/drawingml/2006/main" noGrp="1"/>
          </p:cNvSpPr>
          <p:nvPr/>
        </p:nvSpPr>
        <p:spPr>
          <a:xfrm xmlns:a="http://schemas.openxmlformats.org/drawingml/2006/main">
            <a:off x="539353" y="2165449"/>
            <a:ext cx="250031" cy="250031"/>
          </a:xfrm>
          <a:prstGeom xmlns:a="http://schemas.openxmlformats.org/drawingml/2006/main" prst="roundRect">
            <a:avLst>
              <a:gd name="adj" fmla="val 34286"/>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22" name="Text 18">
            <a:extLst xmlns:a="http://schemas.openxmlformats.org/drawingml/2006/main">
              <a:ext uri="{FF2B5EF4-FFF2-40B4-BE49-F238E27FC236}">
                <a16:creationId xmlns:a16="http://schemas.microsoft.com/office/drawing/2014/main" id="{E6E20115-7F3D-48BE-8C14-04AD52B7EE07}"/>
              </a:ext>
            </a:extLst>
          </p:cNvPr>
          <p:cNvSpPr>
            <a:spLocks xmlns:a="http://schemas.openxmlformats.org/drawingml/2006/main" noGrp="1"/>
          </p:cNvSpPr>
          <p:nvPr/>
        </p:nvSpPr>
        <p:spPr>
          <a:xfrm xmlns:a="http://schemas.openxmlformats.org/drawingml/2006/main">
            <a:off x="565964" y="2192060"/>
            <a:ext cx="196810" cy="1968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336">
                <a:latin typeface="Arial"/>
                <a:ea typeface="Arial"/>
                <a:cs typeface="Arial"/>
              </a:rPr>
              <a:t>↑</a:t>
            </a:r>
            <a:endParaRPr sz="1336">
              <a:latin typeface="Arial"/>
              <a:ea typeface="Arial"/>
              <a:cs typeface="Arial"/>
            </a:endParaRPr>
          </a:p>
        </p:txBody>
      </p:sp>
      <p:sp>
        <p:nvSpPr>
          <p:cNvPr id="23" name="Text 19">
            <a:extLst xmlns:a="http://schemas.openxmlformats.org/drawingml/2006/main">
              <a:ext uri="{FF2B5EF4-FFF2-40B4-BE49-F238E27FC236}">
                <a16:creationId xmlns:a16="http://schemas.microsoft.com/office/drawing/2014/main" id="{E94F5713-F406-4D44-9A76-89D2A0EDE439}"/>
              </a:ext>
            </a:extLst>
          </p:cNvPr>
          <p:cNvSpPr>
            <a:spLocks xmlns:a="http://schemas.openxmlformats.org/drawingml/2006/main" noGrp="1"/>
          </p:cNvSpPr>
          <p:nvPr/>
        </p:nvSpPr>
        <p:spPr>
          <a:xfrm xmlns:a="http://schemas.openxmlformats.org/drawingml/2006/main">
            <a:off x="878681" y="2161877"/>
            <a:ext cx="3911873" cy="11455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49"/>
              </a:lnSpc>
              <a:buNone/>
            </a:pPr>
            <a:r>
              <a:rPr sz="800" b="1">
                <a:latin typeface="Arial"/>
                <a:ea typeface="Arial"/>
                <a:cs typeface="Arial"/>
              </a:rPr>
              <a:t>Encabezado superior</a:t>
            </a:r>
            <a:endParaRPr sz="800">
              <a:latin typeface="Arial"/>
              <a:ea typeface="Arial"/>
              <a:cs typeface="Arial"/>
            </a:endParaRPr>
          </a:p>
        </p:txBody>
      </p:sp>
      <p:sp>
        <p:nvSpPr>
          <p:cNvPr id="24" name="Text 20">
            <a:extLst xmlns:a="http://schemas.openxmlformats.org/drawingml/2006/main">
              <a:ext uri="{FF2B5EF4-FFF2-40B4-BE49-F238E27FC236}">
                <a16:creationId xmlns:a16="http://schemas.microsoft.com/office/drawing/2014/main" id="{AF574910-2E0C-4FD3-9C88-8E2CF2E66E8C}"/>
              </a:ext>
            </a:extLst>
          </p:cNvPr>
          <p:cNvSpPr>
            <a:spLocks xmlns:a="http://schemas.openxmlformats.org/drawingml/2006/main" noGrp="1"/>
          </p:cNvSpPr>
          <p:nvPr/>
        </p:nvSpPr>
        <p:spPr>
          <a:xfrm xmlns:a="http://schemas.openxmlformats.org/drawingml/2006/main">
            <a:off x="878681" y="2303859"/>
            <a:ext cx="3911873"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675">
                <a:latin typeface="Arial"/>
                <a:ea typeface="Arial"/>
                <a:cs typeface="Arial"/>
              </a:rPr>
              <a:t>Nombre del centro a la izquierda, usuario 'Administrador' a la derecha.</a:t>
            </a:r>
            <a:endParaRPr sz="675">
              <a:latin typeface="Arial"/>
              <a:ea typeface="Arial"/>
              <a:cs typeface="Arial"/>
            </a:endParaRPr>
          </a:p>
        </p:txBody>
      </p:sp>
      <p:sp>
        <p:nvSpPr>
          <p:cNvPr id="25" name="Text 21">
            <a:extLst xmlns:a="http://schemas.openxmlformats.org/drawingml/2006/main">
              <a:ext uri="{FF2B5EF4-FFF2-40B4-BE49-F238E27FC236}">
                <a16:creationId xmlns:a16="http://schemas.microsoft.com/office/drawing/2014/main" id="{FF4055D0-9AA4-4892-B11F-08F12D1A7889}"/>
              </a:ext>
            </a:extLst>
          </p:cNvPr>
          <p:cNvSpPr>
            <a:spLocks xmlns:a="http://schemas.openxmlformats.org/drawingml/2006/main" noGrp="1"/>
          </p:cNvSpPr>
          <p:nvPr/>
        </p:nvSpPr>
        <p:spPr>
          <a:xfrm xmlns:a="http://schemas.openxmlformats.org/drawingml/2006/main">
            <a:off x="539353" y="2586038"/>
            <a:ext cx="250031" cy="250031"/>
          </a:xfrm>
          <a:prstGeom xmlns:a="http://schemas.openxmlformats.org/drawingml/2006/main" prst="roundRect">
            <a:avLst>
              <a:gd name="adj" fmla="val 34286"/>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26" name="Text 22">
            <a:extLst xmlns:a="http://schemas.openxmlformats.org/drawingml/2006/main">
              <a:ext uri="{FF2B5EF4-FFF2-40B4-BE49-F238E27FC236}">
                <a16:creationId xmlns:a16="http://schemas.microsoft.com/office/drawing/2014/main" id="{A98EC827-B740-4093-BE69-F390F117E157}"/>
              </a:ext>
            </a:extLst>
          </p:cNvPr>
          <p:cNvSpPr>
            <a:spLocks xmlns:a="http://schemas.openxmlformats.org/drawingml/2006/main" noGrp="1"/>
          </p:cNvSpPr>
          <p:nvPr/>
        </p:nvSpPr>
        <p:spPr>
          <a:xfrm xmlns:a="http://schemas.openxmlformats.org/drawingml/2006/main">
            <a:off x="565964" y="2612648"/>
            <a:ext cx="196810" cy="1968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336">
                <a:latin typeface="Arial"/>
                <a:ea typeface="Arial"/>
                <a:cs typeface="Arial"/>
              </a:rPr>
              <a:t>◉</a:t>
            </a:r>
            <a:endParaRPr sz="1336">
              <a:latin typeface="Arial"/>
              <a:ea typeface="Arial"/>
              <a:cs typeface="Arial"/>
            </a:endParaRPr>
          </a:p>
        </p:txBody>
      </p:sp>
      <p:sp>
        <p:nvSpPr>
          <p:cNvPr id="27" name="Text 23">
            <a:extLst xmlns:a="http://schemas.openxmlformats.org/drawingml/2006/main">
              <a:ext uri="{FF2B5EF4-FFF2-40B4-BE49-F238E27FC236}">
                <a16:creationId xmlns:a16="http://schemas.microsoft.com/office/drawing/2014/main" id="{0072999C-4DF9-4A68-9C57-382CF4059D58}"/>
              </a:ext>
            </a:extLst>
          </p:cNvPr>
          <p:cNvSpPr>
            <a:spLocks xmlns:a="http://schemas.openxmlformats.org/drawingml/2006/main" noGrp="1"/>
          </p:cNvSpPr>
          <p:nvPr/>
        </p:nvSpPr>
        <p:spPr>
          <a:xfrm xmlns:a="http://schemas.openxmlformats.org/drawingml/2006/main">
            <a:off x="878681" y="2582466"/>
            <a:ext cx="3911873" cy="11455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49"/>
              </a:lnSpc>
              <a:buNone/>
            </a:pPr>
            <a:r>
              <a:rPr sz="800" b="1">
                <a:latin typeface="Arial"/>
                <a:ea typeface="Arial"/>
                <a:cs typeface="Arial"/>
              </a:rPr>
              <a:t>Área de contenido</a:t>
            </a:r>
            <a:endParaRPr sz="800">
              <a:latin typeface="Arial"/>
              <a:ea typeface="Arial"/>
              <a:cs typeface="Arial"/>
            </a:endParaRPr>
          </a:p>
        </p:txBody>
      </p:sp>
      <p:sp>
        <p:nvSpPr>
          <p:cNvPr id="28" name="Text 24">
            <a:extLst xmlns:a="http://schemas.openxmlformats.org/drawingml/2006/main">
              <a:ext uri="{FF2B5EF4-FFF2-40B4-BE49-F238E27FC236}">
                <a16:creationId xmlns:a16="http://schemas.microsoft.com/office/drawing/2014/main" id="{8C041BB1-6390-4866-BEC1-133B47699DE4}"/>
              </a:ext>
            </a:extLst>
          </p:cNvPr>
          <p:cNvSpPr>
            <a:spLocks xmlns:a="http://schemas.openxmlformats.org/drawingml/2006/main" noGrp="1"/>
          </p:cNvSpPr>
          <p:nvPr/>
        </p:nvSpPr>
        <p:spPr>
          <a:xfrm xmlns:a="http://schemas.openxmlformats.org/drawingml/2006/main">
            <a:off x="878681" y="2724448"/>
            <a:ext cx="3911873"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Título y subtítulo, botón de acción principal arriba a la derecha, buscador, tabla y tarjeta informativa al pie.</a:t>
            </a:r>
            <a:endParaRPr sz="800">
              <a:latin typeface="Arial"/>
              <a:ea typeface="Arial"/>
              <a:cs typeface="Arial"/>
            </a:endParaRPr>
          </a:p>
        </p:txBody>
      </p:sp>
      <p:sp>
        <p:nvSpPr>
          <p:cNvPr id="29" name="Text 25">
            <a:extLst xmlns:a="http://schemas.openxmlformats.org/drawingml/2006/main">
              <a:ext uri="{FF2B5EF4-FFF2-40B4-BE49-F238E27FC236}">
                <a16:creationId xmlns:a16="http://schemas.microsoft.com/office/drawing/2014/main" id="{E2E2554A-65AC-44B1-8BF7-2F1B20CE1B72}"/>
              </a:ext>
            </a:extLst>
          </p:cNvPr>
          <p:cNvSpPr>
            <a:spLocks xmlns:a="http://schemas.openxmlformats.org/drawingml/2006/main" noGrp="1"/>
          </p:cNvSpPr>
          <p:nvPr/>
        </p:nvSpPr>
        <p:spPr>
          <a:xfrm xmlns:a="http://schemas.openxmlformats.org/drawingml/2006/main">
            <a:off x="539353" y="3135213"/>
            <a:ext cx="250031" cy="250031"/>
          </a:xfrm>
          <a:prstGeom xmlns:a="http://schemas.openxmlformats.org/drawingml/2006/main" prst="roundRect">
            <a:avLst>
              <a:gd name="adj" fmla="val 34286"/>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30" name="Text 26">
            <a:extLst xmlns:a="http://schemas.openxmlformats.org/drawingml/2006/main">
              <a:ext uri="{FF2B5EF4-FFF2-40B4-BE49-F238E27FC236}">
                <a16:creationId xmlns:a16="http://schemas.microsoft.com/office/drawing/2014/main" id="{4165167D-5ECC-45E6-960A-5AB7CC1C90C2}"/>
              </a:ext>
            </a:extLst>
          </p:cNvPr>
          <p:cNvSpPr>
            <a:spLocks xmlns:a="http://schemas.openxmlformats.org/drawingml/2006/main" noGrp="1"/>
          </p:cNvSpPr>
          <p:nvPr/>
        </p:nvSpPr>
        <p:spPr>
          <a:xfrm xmlns:a="http://schemas.openxmlformats.org/drawingml/2006/main">
            <a:off x="565964" y="3161824"/>
            <a:ext cx="196810" cy="1968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336">
                <a:latin typeface="Arial"/>
                <a:ea typeface="Arial"/>
                <a:cs typeface="Arial"/>
              </a:rPr>
              <a:t>✎</a:t>
            </a:r>
            <a:endParaRPr sz="1336">
              <a:latin typeface="Arial"/>
              <a:ea typeface="Arial"/>
              <a:cs typeface="Arial"/>
            </a:endParaRPr>
          </a:p>
        </p:txBody>
      </p:sp>
      <p:sp>
        <p:nvSpPr>
          <p:cNvPr id="31" name="Text 27">
            <a:extLst xmlns:a="http://schemas.openxmlformats.org/drawingml/2006/main">
              <a:ext uri="{FF2B5EF4-FFF2-40B4-BE49-F238E27FC236}">
                <a16:creationId xmlns:a16="http://schemas.microsoft.com/office/drawing/2014/main" id="{144084A8-5344-47DB-AD3E-945C3CCDFE3B}"/>
              </a:ext>
            </a:extLst>
          </p:cNvPr>
          <p:cNvSpPr>
            <a:spLocks xmlns:a="http://schemas.openxmlformats.org/drawingml/2006/main" noGrp="1"/>
          </p:cNvSpPr>
          <p:nvPr/>
        </p:nvSpPr>
        <p:spPr>
          <a:xfrm xmlns:a="http://schemas.openxmlformats.org/drawingml/2006/main">
            <a:off x="878681" y="3131641"/>
            <a:ext cx="3911873" cy="11455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949"/>
              </a:lnSpc>
              <a:buNone/>
            </a:pPr>
            <a:r>
              <a:rPr sz="800" b="1">
                <a:latin typeface="Arial"/>
                <a:ea typeface="Arial"/>
                <a:cs typeface="Arial"/>
              </a:rPr>
              <a:t>Formularios</a:t>
            </a:r>
            <a:endParaRPr sz="800">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24921CAD-D269-412F-AECE-B83A75881246}"/>
              </a:ext>
            </a:extLst>
          </p:cNvPr>
          <p:cNvSpPr>
            <a:spLocks xmlns:a="http://schemas.openxmlformats.org/drawingml/2006/main" noGrp="1"/>
          </p:cNvSpPr>
          <p:nvPr/>
        </p:nvSpPr>
        <p:spPr>
          <a:xfrm xmlns:a="http://schemas.openxmlformats.org/drawingml/2006/main">
            <a:off x="878681" y="3273623"/>
            <a:ext cx="3911873"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675">
                <a:latin typeface="Arial"/>
                <a:ea typeface="Arial"/>
                <a:cs typeface="Arial"/>
              </a:rPr>
              <a:t>Tarjeta con campos en dos columnas, asterisco </a:t>
            </a:r>
            <a:r>
              <a:rPr sz="675">
                <a:latin typeface="Arial"/>
                <a:ea typeface="Arial"/>
                <a:cs typeface="Arial"/>
              </a:rPr>
              <a:t>(*)</a:t>
            </a:r>
            <a:r>
              <a:rPr sz="675">
                <a:latin typeface="Arial"/>
                <a:ea typeface="Arial"/>
                <a:cs typeface="Arial"/>
              </a:rPr>
              <a:t> en obligatorios, botones Cancelar y Guardar abajo.</a:t>
            </a:r>
            <a:endParaRPr sz="675">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21602B6C-49DB-4152-9559-4DD3C1B9F18B}"/>
              </a:ext>
            </a:extLst>
          </p:cNvPr>
          <p:cNvSpPr>
            <a:spLocks xmlns:a="http://schemas.openxmlformats.org/drawingml/2006/main" noGrp="1"/>
          </p:cNvSpPr>
          <p:nvPr/>
        </p:nvSpPr>
        <p:spPr>
          <a:xfrm xmlns:a="http://schemas.openxmlformats.org/drawingml/2006/main">
            <a:off x="5212035" y="796185"/>
            <a:ext cx="973615" cy="1332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800" b="1" spc="16">
                <a:latin typeface="Arial"/>
                <a:ea typeface="Arial"/>
                <a:cs typeface="Arial"/>
              </a:rPr>
              <a:t>Color por módulo</a:t>
            </a:r>
            <a:endParaRPr sz="800">
              <a:latin typeface="Arial"/>
              <a:ea typeface="Arial"/>
              <a:cs typeface="Arial"/>
            </a:endParaRPr>
          </a:p>
        </p:txBody>
      </p:sp>
      <p:sp>
        <p:nvSpPr>
          <p:cNvPr id="35" name="Text 31">
            <a:extLst xmlns:a="http://schemas.openxmlformats.org/drawingml/2006/main">
              <a:ext uri="{FF2B5EF4-FFF2-40B4-BE49-F238E27FC236}">
                <a16:creationId xmlns:a16="http://schemas.microsoft.com/office/drawing/2014/main" id="{8EBE4A07-F891-4113-A5AB-D8737B31C227}"/>
              </a:ext>
            </a:extLst>
          </p:cNvPr>
          <p:cNvSpPr>
            <a:spLocks xmlns:a="http://schemas.openxmlformats.org/drawingml/2006/main" noGrp="1"/>
          </p:cNvSpPr>
          <p:nvPr/>
        </p:nvSpPr>
        <p:spPr>
          <a:xfrm xmlns:a="http://schemas.openxmlformats.org/drawingml/2006/main">
            <a:off x="5154885" y="1318022"/>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endParaRPr sz="1125">
              <a:latin typeface="Arial"/>
              <a:ea typeface="Arial"/>
              <a:cs typeface="Arial"/>
            </a:endParaRPr>
          </a:p>
        </p:txBody>
      </p:sp>
      <p:graphicFrame>
        <p:nvGraphicFramePr>
          <p:cNvPr id="36" name="Table 0">
            <a:extLst xmlns:a="http://schemas.openxmlformats.org/drawingml/2006/main">
              <a:ext uri="{FF2B5EF4-FFF2-40B4-BE49-F238E27FC236}">
                <a16:creationId xmlns:a16="http://schemas.microsoft.com/office/drawing/2014/main" id="{105DF0A5-F686-4B0C-979B-D0B5EA591B27}"/>
              </a:ext>
            </a:extLst>
          </p:cNvPr>
          <p:cNvGraphicFramePr/>
          <p:nvPr/>
        </p:nvGraphicFramePr>
        <p:xfrm>
          <a:off xmlns:a="http://schemas.openxmlformats.org/drawingml/2006/main" x="5129883" y="1058167"/>
          <a:ext xmlns:a="http://schemas.openxmlformats.org/drawingml/2006/main" cx="3474764" cy="2220753"/>
        </p:xfrm>
        <a:graphic xmlns:a="http://schemas.openxmlformats.org/drawingml/2006/main">
          <a:graphicData uri="http://schemas.openxmlformats.org/drawingml/2006/table">
            <a:tbl>
              <a:tblPr/>
              <a:tblGrid>
                <a:gridCol w="1320366"/>
                <a:gridCol w="868635"/>
                <a:gridCol w="1285763"/>
              </a:tblGrid>
              <a:tr h="0">
                <a:tc>
                  <a:txBody>
                    <a:bodyPr/>
                    <a:lstStyle/>
                    <a:p>
                      <a:pPr marL="0" indent="0" algn="l">
                        <a:buNone/>
                      </a:pPr>
                      <a:r>
                        <a:rPr sz="800" b="1">
                          <a:solidFill>
                            <a:schemeClr val="tx1"/>
                          </a:solidFill>
                          <a:latin typeface="Carlito"/>
                          <a:ea typeface="Carlito"/>
                          <a:cs typeface="Carlito"/>
                        </a:rPr>
                        <a:t>Elemento</a:t>
                      </a:r>
                      <a:endParaRPr sz="800">
                        <a:solidFill>
                          <a:schemeClr val="tx1"/>
                        </a:solidFill>
                        <a:latin typeface="Carlito"/>
                        <a:ea typeface="Carlito"/>
                        <a:cs typeface="Carlito"/>
                      </a:endParaRPr>
                    </a:p>
                  </a:txBody>
                  <a:tcPr marL="42863" marR="57150" marT="57150"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800" b="1">
                          <a:solidFill>
                            <a:schemeClr val="tx1"/>
                          </a:solidFill>
                          <a:latin typeface="Carlito"/>
                          <a:ea typeface="Carlito"/>
                          <a:cs typeface="Carlito"/>
                        </a:rPr>
                        <a:t>Color</a:t>
                      </a:r>
                      <a:endParaRPr sz="800">
                        <a:solidFill>
                          <a:schemeClr val="tx1"/>
                        </a:solidFill>
                        <a:latin typeface="Carlito"/>
                        <a:ea typeface="Carlito"/>
                        <a:cs typeface="Carlito"/>
                      </a:endParaRPr>
                    </a:p>
                  </a:txBody>
                  <a:tcPr marL="42863" marR="57150" marT="57150"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800" b="1">
                          <a:solidFill>
                            <a:schemeClr val="tx1"/>
                          </a:solidFill>
                          <a:latin typeface="Carlito"/>
                          <a:ea typeface="Carlito"/>
                          <a:cs typeface="Carlito"/>
                        </a:rPr>
                        <a:t>Uso</a:t>
                      </a:r>
                      <a:endParaRPr sz="800">
                        <a:solidFill>
                          <a:schemeClr val="tx1"/>
                        </a:solidFill>
                        <a:latin typeface="Carlito"/>
                        <a:ea typeface="Carlito"/>
                        <a:cs typeface="Carlito"/>
                      </a:endParaRPr>
                    </a:p>
                  </a:txBody>
                  <a:tcPr marL="42863" marR="57150" marT="57150"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r>
              <a:tr h="0">
                <a:tc>
                  <a:txBody>
                    <a:bodyPr/>
                    <a:lstStyle/>
                    <a:p>
                      <a:pPr marL="0" indent="0" algn="l">
                        <a:buNone/>
                      </a:pPr>
                      <a:r>
                        <a:rPr sz="800">
                          <a:solidFill>
                            <a:schemeClr val="tx1"/>
                          </a:solidFill>
                          <a:latin typeface="Carlito"/>
                          <a:ea typeface="Carlito"/>
                          <a:cs typeface="Carlito"/>
                        </a:rPr>
                        <a:t>Barra lateral y portada</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#213D60</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Fondo del menú y del login</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Dashboard y Doctores</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#2474E8</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Ítem activo, encabezado de tabla, botón principal</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Pacientes</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#059669</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Ítem activo, encabezado de tabla, botón Nuevo paciente</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Citas médicas</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#E77916</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Ítem activo y encabezado de tabla; botón Nueva cita en verde</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Historial clínico</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#DC3545</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Ítem activo, encabezado de tabla y botón Nuevo registro</a:t>
                      </a:r>
                      <a:endParaRPr sz="800">
                        <a:solidFill>
                          <a:schemeClr val="tx1"/>
                        </a:solidFill>
                        <a:latin typeface="Carlito"/>
                        <a:ea typeface="Carlito"/>
                        <a:cs typeface="Carlito"/>
                      </a:endParaRPr>
                    </a:p>
                  </a:txBody>
                  <a:tcPr marL="50006" marR="57150" marT="57150" marB="50006"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bl>
          </a:graphicData>
        </a:graphic>
      </p:graphicFrame>
      <p:sp>
        <p:nvSpPr>
          <p:cNvPr id="38" name="Text 33">
            <a:extLst xmlns:a="http://schemas.openxmlformats.org/drawingml/2006/main">
              <a:ext uri="{FF2B5EF4-FFF2-40B4-BE49-F238E27FC236}">
                <a16:creationId xmlns:a16="http://schemas.microsoft.com/office/drawing/2014/main" id="{14535857-9CEA-4312-A301-BD18DABA8C4B}"/>
              </a:ext>
            </a:extLst>
          </p:cNvPr>
          <p:cNvSpPr>
            <a:spLocks xmlns:a="http://schemas.openxmlformats.org/drawingml/2006/main" noGrp="1"/>
          </p:cNvSpPr>
          <p:nvPr/>
        </p:nvSpPr>
        <p:spPr>
          <a:xfrm xmlns:a="http://schemas.openxmlformats.org/drawingml/2006/main">
            <a:off x="4903742" y="3723533"/>
            <a:ext cx="1375870" cy="1332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800" b="1" spc="16">
                <a:latin typeface="Arial"/>
                <a:ea typeface="Arial"/>
                <a:cs typeface="Arial"/>
              </a:rPr>
              <a:t>Componentes y estados</a:t>
            </a:r>
            <a:endParaRPr sz="800">
              <a:latin typeface="Arial"/>
              <a:ea typeface="Arial"/>
              <a:cs typeface="Arial"/>
            </a:endParaRPr>
          </a:p>
        </p:txBody>
      </p:sp>
      <p:sp>
        <p:nvSpPr>
          <p:cNvPr id="45" name="Text 40">
            <a:extLst xmlns:a="http://schemas.openxmlformats.org/drawingml/2006/main">
              <a:ext uri="{FF2B5EF4-FFF2-40B4-BE49-F238E27FC236}">
                <a16:creationId xmlns:a16="http://schemas.microsoft.com/office/drawing/2014/main" id="{386806A9-869C-4D7B-B274-B5DF68666334}"/>
              </a:ext>
            </a:extLst>
          </p:cNvPr>
          <p:cNvSpPr>
            <a:spLocks xmlns:a="http://schemas.openxmlformats.org/drawingml/2006/main" noGrp="1"/>
          </p:cNvSpPr>
          <p:nvPr/>
        </p:nvSpPr>
        <p:spPr>
          <a:xfrm xmlns:a="http://schemas.openxmlformats.org/drawingml/2006/main">
            <a:off x="4900282" y="4577403"/>
            <a:ext cx="3317602" cy="3611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a:latin typeface="Arial"/>
                <a:ea typeface="Arial"/>
                <a:cs typeface="Arial"/>
              </a:rPr>
              <a:t>Etiquetas de estado de cita: </a:t>
            </a:r>
            <a:r>
              <a:rPr sz="800">
                <a:highlight>
                  <a:srgbClr val="E77916"/>
                </a:highlight>
                <a:latin typeface="Arial"/>
                <a:ea typeface="Arial"/>
                <a:cs typeface="Arial"/>
              </a:rPr>
              <a:t>Programada</a:t>
            </a:r>
            <a:r>
              <a:rPr sz="800">
                <a:latin typeface="Arial"/>
                <a:ea typeface="Arial"/>
                <a:cs typeface="Arial"/>
              </a:rPr>
              <a:t> · </a:t>
            </a:r>
            <a:r>
              <a:rPr sz="800">
                <a:highlight>
                  <a:srgbClr val="059669"/>
                </a:highlight>
                <a:latin typeface="Arial"/>
                <a:ea typeface="Arial"/>
                <a:cs typeface="Arial"/>
              </a:rPr>
              <a:t>Completada</a:t>
            </a:r>
            <a:r>
              <a:rPr sz="800">
                <a:latin typeface="Arial"/>
                <a:ea typeface="Arial"/>
                <a:cs typeface="Arial"/>
              </a:rPr>
              <a:t> · </a:t>
            </a:r>
            <a:r>
              <a:rPr sz="800">
                <a:highlight>
                  <a:srgbClr val="DC3545"/>
                </a:highlight>
                <a:latin typeface="Arial"/>
                <a:ea typeface="Arial"/>
                <a:cs typeface="Arial"/>
              </a:rPr>
              <a:t>Cancelada</a:t>
            </a:r>
            <a:r>
              <a:rPr sz="800">
                <a:latin typeface="Arial"/>
                <a:ea typeface="Arial"/>
                <a:cs typeface="Arial"/>
              </a:rPr>
              <a:t>. Doctores: </a:t>
            </a:r>
            <a:r>
              <a:rPr sz="800">
                <a:highlight>
                  <a:srgbClr val="059669"/>
                </a:highlight>
                <a:latin typeface="Arial"/>
                <a:ea typeface="Arial"/>
                <a:cs typeface="Arial"/>
              </a:rPr>
              <a:t>Activo</a:t>
            </a:r>
            <a:r>
              <a:rPr sz="800">
                <a:latin typeface="Arial"/>
                <a:ea typeface="Arial"/>
                <a:cs typeface="Arial"/>
              </a:rPr>
              <a:t>.</a:t>
            </a:r>
            <a:endParaRPr sz="800">
              <a:latin typeface="Arial"/>
              <a:ea typeface="Arial"/>
              <a:cs typeface="Arial"/>
            </a:endParaRPr>
          </a:p>
        </p:txBody>
      </p:sp>
      <p:sp>
        <p:nvSpPr>
          <p:cNvPr id="47" name="Text 42">
            <a:extLst xmlns:a="http://schemas.openxmlformats.org/drawingml/2006/main">
              <a:ext uri="{FF2B5EF4-FFF2-40B4-BE49-F238E27FC236}">
                <a16:creationId xmlns:a16="http://schemas.microsoft.com/office/drawing/2014/main" id="{B15C191A-54B2-49E7-9CC1-9173AF8BC7AB}"/>
              </a:ext>
            </a:extLst>
          </p:cNvPr>
          <p:cNvSpPr>
            <a:spLocks xmlns:a="http://schemas.openxmlformats.org/drawingml/2006/main" noGrp="1"/>
          </p:cNvSpPr>
          <p:nvPr/>
        </p:nvSpPr>
        <p:spPr>
          <a:xfrm xmlns:a="http://schemas.openxmlformats.org/drawingml/2006/main">
            <a:off x="4903742" y="3933550"/>
            <a:ext cx="3314142" cy="2605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900">
                <a:latin typeface="Arial"/>
                <a:ea typeface="Arial"/>
                <a:cs typeface="Arial"/>
              </a:rPr>
              <a:t>Iconos en tablas: lápiz (editar), papelera roja (eliminar), ojo (ver consulta, solo Historial).</a:t>
            </a:r>
            <a:endParaRPr sz="900">
              <a:latin typeface="Arial"/>
              <a:ea typeface="Arial"/>
              <a:cs typeface="Arial"/>
            </a:endParaRPr>
          </a:p>
        </p:txBody>
      </p:sp>
      <p:sp>
        <p:nvSpPr>
          <p:cNvPr id="49" name="Text 44">
            <a:extLst xmlns:a="http://schemas.openxmlformats.org/drawingml/2006/main">
              <a:ext uri="{FF2B5EF4-FFF2-40B4-BE49-F238E27FC236}">
                <a16:creationId xmlns:a16="http://schemas.microsoft.com/office/drawing/2014/main" id="{2C531141-AAE3-41B6-BE56-537D540763FD}"/>
              </a:ext>
            </a:extLst>
          </p:cNvPr>
          <p:cNvSpPr>
            <a:spLocks xmlns:a="http://schemas.openxmlformats.org/drawingml/2006/main" noGrp="1"/>
          </p:cNvSpPr>
          <p:nvPr/>
        </p:nvSpPr>
        <p:spPr>
          <a:xfrm xmlns:a="http://schemas.openxmlformats.org/drawingml/2006/main">
            <a:off x="4900282" y="4243864"/>
            <a:ext cx="3317602" cy="26506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900">
                <a:latin typeface="Arial"/>
                <a:ea typeface="Arial"/>
                <a:cs typeface="Arial"/>
              </a:rPr>
              <a:t>Eliminar siempre pide confirmación en modal sobre el fondo atenuado.</a:t>
            </a:r>
            <a:endParaRPr sz="900">
              <a:latin typeface="Arial"/>
              <a:ea typeface="Arial"/>
              <a:cs typeface="Arial"/>
            </a:endParaRPr>
          </a:p>
        </p:txBody>
      </p:sp>
    </p:spTree>
    <p:extLst>
      <p:ext uri="{BB962C8B-B14F-4D97-AF65-F5344CB8AC3E}">
        <p14:creationId xmlns:p14="http://schemas.microsoft.com/office/powerpoint/2010/main" val="60189710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FE333A3C-4695-48C7-A2DF-72595C490B00}"/>
              </a:ext>
            </a:extLst>
          </p:cNvPr>
          <p:cNvSpPr>
            <a:spLocks xmlns:a="http://schemas.openxmlformats.org/drawingml/2006/main" noGrp="1"/>
          </p:cNvSpPr>
          <p:nvPr/>
        </p:nvSpPr>
        <p:spPr>
          <a:xfrm xmlns:a="http://schemas.openxmlformats.org/drawingml/2006/main">
            <a:off x="380999" y="406509"/>
            <a:ext cx="8467726" cy="42473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En cuanto al diseño del prototipo, todas las pantallas mantienen una estructura común.</a:t>
            </a:r>
          </a:p>
          <a:p xmlns:a="http://schemas.openxmlformats.org/drawingml/2006/main">
            <a:pPr algn="just">
              <a:buNone/>
            </a:pPr>
            <a:endParaRPr/>
          </a:p>
          <a:p xmlns:a="http://schemas.openxmlformats.org/drawingml/2006/main">
            <a:pPr algn="just">
              <a:buNone/>
            </a:pPr>
            <a:r>
              <a:t>En primer lugar, tenemos una barra lateral azul oscuro con el logotipo, los cinco módulos y la opción Cerrar sesión. </a:t>
            </a:r>
          </a:p>
          <a:p xmlns:a="http://schemas.openxmlformats.org/drawingml/2006/main">
            <a:pPr algn="just">
              <a:buNone/>
            </a:pPr>
            <a:endParaRPr/>
          </a:p>
          <a:p xmlns:a="http://schemas.openxmlformats.org/drawingml/2006/main">
            <a:pPr algn="just">
              <a:buNone/>
            </a:pPr>
            <a:r>
              <a:t>Asimismo, contamos con un encabezado superior y un área principal con título, buscador, botón de acción y tabla.</a:t>
            </a:r>
          </a:p>
          <a:p xmlns:a="http://schemas.openxmlformats.org/drawingml/2006/main">
            <a:pPr algn="just">
              <a:buNone/>
            </a:pPr>
            <a:endParaRPr/>
          </a:p>
          <a:p xmlns:a="http://schemas.openxmlformats.org/drawingml/2006/main">
            <a:pPr algn="just">
              <a:buNone/>
            </a:pPr>
            <a:r>
              <a:t>Los formularios utilizan tarjetas con dos columnas y señalan con un asterisco los campos obligatorios.</a:t>
            </a:r>
          </a:p>
          <a:p xmlns:a="http://schemas.openxmlformats.org/drawingml/2006/main">
            <a:pPr algn="just">
              <a:buNone/>
            </a:pPr>
            <a:endParaRPr/>
          </a:p>
          <a:p xmlns:a="http://schemas.openxmlformats.org/drawingml/2006/main">
            <a:pPr algn="just">
              <a:buNone/>
            </a:pPr>
            <a:r>
              <a:t>Además, cada módulo tiene un color distintivo: azul para Dashboard y Doctores, verde para Pacientes, naranja para Citas y rojo para Historial clínico.</a:t>
            </a:r>
          </a:p>
          <a:p xmlns:a="http://schemas.openxmlformats.org/drawingml/2006/main">
            <a:pPr algn="just">
              <a:buNone/>
            </a:pPr>
            <a:r>
              <a:t>De esta manera, buscamos mantener una interfaz consistente y fácil de utilizar.</a:t>
            </a:r>
            <a:endParaRPr/>
          </a:p>
        </p:txBody>
      </p:sp>
    </p:spTree>
    <p:extLst>
      <p:ext uri="{BB962C8B-B14F-4D97-AF65-F5344CB8AC3E}">
        <p14:creationId xmlns:p14="http://schemas.microsoft.com/office/powerpoint/2010/main" val="362319991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Shape 0">
            <a:extLst xmlns:a="http://schemas.openxmlformats.org/drawingml/2006/main">
              <a:ext uri="{FF2B5EF4-FFF2-40B4-BE49-F238E27FC236}">
                <a16:creationId xmlns:a16="http://schemas.microsoft.com/office/drawing/2014/main" id="{2BAE3735-DD2B-43F8-8F7D-3BC07A323544}"/>
              </a:ext>
            </a:extLst>
          </p:cNvPr>
          <p:cNvSpPr>
            <a:spLocks xmlns:a="http://schemas.openxmlformats.org/drawingml/2006/main" noGrp="1"/>
          </p:cNvSpPr>
          <p:nvPr/>
        </p:nvSpPr>
        <p:spPr>
          <a:xfrm xmlns:a="http://schemas.openxmlformats.org/drawingml/2006/main">
            <a:off x="400050" y="1853803"/>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5" name="Shape 1">
            <a:extLst xmlns:a="http://schemas.openxmlformats.org/drawingml/2006/main">
              <a:ext uri="{FF2B5EF4-FFF2-40B4-BE49-F238E27FC236}">
                <a16:creationId xmlns:a16="http://schemas.microsoft.com/office/drawing/2014/main" id="{1A17DECC-0CCA-40DA-8741-C5B5F3A3A0D4}"/>
              </a:ext>
            </a:extLst>
          </p:cNvPr>
          <p:cNvSpPr>
            <a:spLocks xmlns:a="http://schemas.openxmlformats.org/drawingml/2006/main" noGrp="1"/>
          </p:cNvSpPr>
          <p:nvPr/>
        </p:nvSpPr>
        <p:spPr>
          <a:xfrm xmlns:a="http://schemas.openxmlformats.org/drawingml/2006/main">
            <a:off x="1996678" y="1850231"/>
            <a:ext cx="0" cy="296466"/>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6" name="Shape 2">
            <a:extLst xmlns:a="http://schemas.openxmlformats.org/drawingml/2006/main">
              <a:ext uri="{FF2B5EF4-FFF2-40B4-BE49-F238E27FC236}">
                <a16:creationId xmlns:a16="http://schemas.microsoft.com/office/drawing/2014/main" id="{476D90EB-085C-47C8-B59F-72838E25FA32}"/>
              </a:ext>
            </a:extLst>
          </p:cNvPr>
          <p:cNvSpPr>
            <a:spLocks xmlns:a="http://schemas.openxmlformats.org/drawingml/2006/main" noGrp="1"/>
          </p:cNvSpPr>
          <p:nvPr/>
        </p:nvSpPr>
        <p:spPr>
          <a:xfrm xmlns:a="http://schemas.openxmlformats.org/drawingml/2006/main">
            <a:off x="400050" y="2143125"/>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7" name="Shape 3">
            <a:extLst xmlns:a="http://schemas.openxmlformats.org/drawingml/2006/main">
              <a:ext uri="{FF2B5EF4-FFF2-40B4-BE49-F238E27FC236}">
                <a16:creationId xmlns:a16="http://schemas.microsoft.com/office/drawing/2014/main" id="{206D205E-F153-40F0-A924-77C5B6D95803}"/>
              </a:ext>
            </a:extLst>
          </p:cNvPr>
          <p:cNvSpPr>
            <a:spLocks xmlns:a="http://schemas.openxmlformats.org/drawingml/2006/main" noGrp="1"/>
          </p:cNvSpPr>
          <p:nvPr/>
        </p:nvSpPr>
        <p:spPr>
          <a:xfrm xmlns:a="http://schemas.openxmlformats.org/drawingml/2006/main">
            <a:off x="414338" y="1850231"/>
            <a:ext cx="0" cy="296466"/>
          </a:xfrm>
          <a:prstGeom xmlns:a="http://schemas.openxmlformats.org/drawingml/2006/main" prst="line">
            <a:avLst/>
          </a:prstGeom>
          <a:noFill xmlns:a="http://schemas.openxmlformats.org/drawingml/2006/main"/>
          <a:ln xmlns:a="http://schemas.openxmlformats.org/drawingml/2006/main" w="28575">
            <a:solidFill>
              <a:srgbClr val="2474E8"/>
            </a:solidFill>
            <a:prstDash val="solid"/>
          </a:ln>
        </p:spPr>
      </p:sp>
      <p:sp>
        <p:nvSpPr>
          <p:cNvPr id="8" name="Shape 4">
            <a:extLst xmlns:a="http://schemas.openxmlformats.org/drawingml/2006/main">
              <a:ext uri="{FF2B5EF4-FFF2-40B4-BE49-F238E27FC236}">
                <a16:creationId xmlns:a16="http://schemas.microsoft.com/office/drawing/2014/main" id="{CFF2CE75-19FD-4A74-9A56-0A6F8354FCC0}"/>
              </a:ext>
            </a:extLst>
          </p:cNvPr>
          <p:cNvSpPr>
            <a:spLocks xmlns:a="http://schemas.openxmlformats.org/drawingml/2006/main" noGrp="1"/>
          </p:cNvSpPr>
          <p:nvPr/>
        </p:nvSpPr>
        <p:spPr>
          <a:xfrm xmlns:a="http://schemas.openxmlformats.org/drawingml/2006/main">
            <a:off x="2085975" y="1853803"/>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9" name="Shape 5">
            <a:extLst xmlns:a="http://schemas.openxmlformats.org/drawingml/2006/main">
              <a:ext uri="{FF2B5EF4-FFF2-40B4-BE49-F238E27FC236}">
                <a16:creationId xmlns:a16="http://schemas.microsoft.com/office/drawing/2014/main" id="{729F43BD-1A16-4832-9CC3-BFFDA163B04C}"/>
              </a:ext>
            </a:extLst>
          </p:cNvPr>
          <p:cNvSpPr>
            <a:spLocks xmlns:a="http://schemas.openxmlformats.org/drawingml/2006/main" noGrp="1"/>
          </p:cNvSpPr>
          <p:nvPr/>
        </p:nvSpPr>
        <p:spPr>
          <a:xfrm xmlns:a="http://schemas.openxmlformats.org/drawingml/2006/main">
            <a:off x="3682603" y="1850231"/>
            <a:ext cx="0" cy="296466"/>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0" name="Shape 6">
            <a:extLst xmlns:a="http://schemas.openxmlformats.org/drawingml/2006/main">
              <a:ext uri="{FF2B5EF4-FFF2-40B4-BE49-F238E27FC236}">
                <a16:creationId xmlns:a16="http://schemas.microsoft.com/office/drawing/2014/main" id="{31014F12-0D57-41B6-BC9E-0ED7DC5FA634}"/>
              </a:ext>
            </a:extLst>
          </p:cNvPr>
          <p:cNvSpPr>
            <a:spLocks xmlns:a="http://schemas.openxmlformats.org/drawingml/2006/main" noGrp="1"/>
          </p:cNvSpPr>
          <p:nvPr/>
        </p:nvSpPr>
        <p:spPr>
          <a:xfrm xmlns:a="http://schemas.openxmlformats.org/drawingml/2006/main">
            <a:off x="2085975" y="2143125"/>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1" name="Shape 7">
            <a:extLst xmlns:a="http://schemas.openxmlformats.org/drawingml/2006/main">
              <a:ext uri="{FF2B5EF4-FFF2-40B4-BE49-F238E27FC236}">
                <a16:creationId xmlns:a16="http://schemas.microsoft.com/office/drawing/2014/main" id="{8EC54413-54CE-4132-8F4A-AFDF0BAC334C}"/>
              </a:ext>
            </a:extLst>
          </p:cNvPr>
          <p:cNvSpPr>
            <a:spLocks xmlns:a="http://schemas.openxmlformats.org/drawingml/2006/main" noGrp="1"/>
          </p:cNvSpPr>
          <p:nvPr/>
        </p:nvSpPr>
        <p:spPr>
          <a:xfrm xmlns:a="http://schemas.openxmlformats.org/drawingml/2006/main">
            <a:off x="2100263" y="1850231"/>
            <a:ext cx="0" cy="296466"/>
          </a:xfrm>
          <a:prstGeom xmlns:a="http://schemas.openxmlformats.org/drawingml/2006/main" prst="line">
            <a:avLst/>
          </a:prstGeom>
          <a:noFill xmlns:a="http://schemas.openxmlformats.org/drawingml/2006/main"/>
          <a:ln xmlns:a="http://schemas.openxmlformats.org/drawingml/2006/main" w="28575">
            <a:solidFill>
              <a:srgbClr val="059669"/>
            </a:solidFill>
            <a:prstDash val="solid"/>
          </a:ln>
        </p:spPr>
      </p:sp>
      <p:sp>
        <p:nvSpPr>
          <p:cNvPr id="12" name="Shape 8">
            <a:extLst xmlns:a="http://schemas.openxmlformats.org/drawingml/2006/main">
              <a:ext uri="{FF2B5EF4-FFF2-40B4-BE49-F238E27FC236}">
                <a16:creationId xmlns:a16="http://schemas.microsoft.com/office/drawing/2014/main" id="{548FB275-CFCB-4DB5-93F1-2C9156C448CD}"/>
              </a:ext>
            </a:extLst>
          </p:cNvPr>
          <p:cNvSpPr>
            <a:spLocks xmlns:a="http://schemas.openxmlformats.org/drawingml/2006/main" noGrp="1"/>
          </p:cNvSpPr>
          <p:nvPr/>
        </p:nvSpPr>
        <p:spPr>
          <a:xfrm xmlns:a="http://schemas.openxmlformats.org/drawingml/2006/main">
            <a:off x="3771900" y="1853803"/>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3" name="Shape 9">
            <a:extLst xmlns:a="http://schemas.openxmlformats.org/drawingml/2006/main">
              <a:ext uri="{FF2B5EF4-FFF2-40B4-BE49-F238E27FC236}">
                <a16:creationId xmlns:a16="http://schemas.microsoft.com/office/drawing/2014/main" id="{7BC5D739-694D-4186-BE1C-FB9CBAB9B252}"/>
              </a:ext>
            </a:extLst>
          </p:cNvPr>
          <p:cNvSpPr>
            <a:spLocks xmlns:a="http://schemas.openxmlformats.org/drawingml/2006/main" noGrp="1"/>
          </p:cNvSpPr>
          <p:nvPr/>
        </p:nvSpPr>
        <p:spPr>
          <a:xfrm xmlns:a="http://schemas.openxmlformats.org/drawingml/2006/main">
            <a:off x="5368528" y="1850231"/>
            <a:ext cx="0" cy="296466"/>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4" name="Shape 10">
            <a:extLst xmlns:a="http://schemas.openxmlformats.org/drawingml/2006/main">
              <a:ext uri="{FF2B5EF4-FFF2-40B4-BE49-F238E27FC236}">
                <a16:creationId xmlns:a16="http://schemas.microsoft.com/office/drawing/2014/main" id="{F6D355D3-A903-473C-BFD7-840391B4AB13}"/>
              </a:ext>
            </a:extLst>
          </p:cNvPr>
          <p:cNvSpPr>
            <a:spLocks xmlns:a="http://schemas.openxmlformats.org/drawingml/2006/main" noGrp="1"/>
          </p:cNvSpPr>
          <p:nvPr/>
        </p:nvSpPr>
        <p:spPr>
          <a:xfrm xmlns:a="http://schemas.openxmlformats.org/drawingml/2006/main">
            <a:off x="3771900" y="2143125"/>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5" name="Shape 11">
            <a:extLst xmlns:a="http://schemas.openxmlformats.org/drawingml/2006/main">
              <a:ext uri="{FF2B5EF4-FFF2-40B4-BE49-F238E27FC236}">
                <a16:creationId xmlns:a16="http://schemas.microsoft.com/office/drawing/2014/main" id="{41064760-B2E4-4C8E-AFA5-1654F816FF5D}"/>
              </a:ext>
            </a:extLst>
          </p:cNvPr>
          <p:cNvSpPr>
            <a:spLocks xmlns:a="http://schemas.openxmlformats.org/drawingml/2006/main" noGrp="1"/>
          </p:cNvSpPr>
          <p:nvPr/>
        </p:nvSpPr>
        <p:spPr>
          <a:xfrm xmlns:a="http://schemas.openxmlformats.org/drawingml/2006/main">
            <a:off x="3786188" y="1850231"/>
            <a:ext cx="0" cy="296466"/>
          </a:xfrm>
          <a:prstGeom xmlns:a="http://schemas.openxmlformats.org/drawingml/2006/main" prst="line">
            <a:avLst/>
          </a:prstGeom>
          <a:noFill xmlns:a="http://schemas.openxmlformats.org/drawingml/2006/main"/>
          <a:ln xmlns:a="http://schemas.openxmlformats.org/drawingml/2006/main" w="28575">
            <a:solidFill>
              <a:srgbClr val="2474E8"/>
            </a:solidFill>
            <a:prstDash val="solid"/>
          </a:ln>
        </p:spPr>
      </p:sp>
      <p:sp>
        <p:nvSpPr>
          <p:cNvPr id="16" name="Shape 12">
            <a:extLst xmlns:a="http://schemas.openxmlformats.org/drawingml/2006/main">
              <a:ext uri="{FF2B5EF4-FFF2-40B4-BE49-F238E27FC236}">
                <a16:creationId xmlns:a16="http://schemas.microsoft.com/office/drawing/2014/main" id="{3B2666C1-60B4-4033-8485-8DC17ACDAADE}"/>
              </a:ext>
            </a:extLst>
          </p:cNvPr>
          <p:cNvSpPr>
            <a:spLocks xmlns:a="http://schemas.openxmlformats.org/drawingml/2006/main" noGrp="1"/>
          </p:cNvSpPr>
          <p:nvPr/>
        </p:nvSpPr>
        <p:spPr>
          <a:xfrm xmlns:a="http://schemas.openxmlformats.org/drawingml/2006/main">
            <a:off x="5457825" y="1853803"/>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7" name="Shape 13">
            <a:extLst xmlns:a="http://schemas.openxmlformats.org/drawingml/2006/main">
              <a:ext uri="{FF2B5EF4-FFF2-40B4-BE49-F238E27FC236}">
                <a16:creationId xmlns:a16="http://schemas.microsoft.com/office/drawing/2014/main" id="{47C8F80E-3350-4D6D-BB2E-43AB54992380}"/>
              </a:ext>
            </a:extLst>
          </p:cNvPr>
          <p:cNvSpPr>
            <a:spLocks xmlns:a="http://schemas.openxmlformats.org/drawingml/2006/main" noGrp="1"/>
          </p:cNvSpPr>
          <p:nvPr/>
        </p:nvSpPr>
        <p:spPr>
          <a:xfrm xmlns:a="http://schemas.openxmlformats.org/drawingml/2006/main">
            <a:off x="7054453" y="1850231"/>
            <a:ext cx="0" cy="296466"/>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8" name="Shape 14">
            <a:extLst xmlns:a="http://schemas.openxmlformats.org/drawingml/2006/main">
              <a:ext uri="{FF2B5EF4-FFF2-40B4-BE49-F238E27FC236}">
                <a16:creationId xmlns:a16="http://schemas.microsoft.com/office/drawing/2014/main" id="{19016F45-EB10-4A4F-B422-3A76503CE749}"/>
              </a:ext>
            </a:extLst>
          </p:cNvPr>
          <p:cNvSpPr>
            <a:spLocks xmlns:a="http://schemas.openxmlformats.org/drawingml/2006/main" noGrp="1"/>
          </p:cNvSpPr>
          <p:nvPr/>
        </p:nvSpPr>
        <p:spPr>
          <a:xfrm xmlns:a="http://schemas.openxmlformats.org/drawingml/2006/main">
            <a:off x="5457825" y="2143125"/>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19" name="Shape 15">
            <a:extLst xmlns:a="http://schemas.openxmlformats.org/drawingml/2006/main">
              <a:ext uri="{FF2B5EF4-FFF2-40B4-BE49-F238E27FC236}">
                <a16:creationId xmlns:a16="http://schemas.microsoft.com/office/drawing/2014/main" id="{7DC250E1-F9F1-46CA-AF2D-340B6D474A95}"/>
              </a:ext>
            </a:extLst>
          </p:cNvPr>
          <p:cNvSpPr>
            <a:spLocks xmlns:a="http://schemas.openxmlformats.org/drawingml/2006/main" noGrp="1"/>
          </p:cNvSpPr>
          <p:nvPr/>
        </p:nvSpPr>
        <p:spPr>
          <a:xfrm xmlns:a="http://schemas.openxmlformats.org/drawingml/2006/main">
            <a:off x="5472113" y="1850231"/>
            <a:ext cx="0" cy="296466"/>
          </a:xfrm>
          <a:prstGeom xmlns:a="http://schemas.openxmlformats.org/drawingml/2006/main" prst="line">
            <a:avLst/>
          </a:prstGeom>
          <a:noFill xmlns:a="http://schemas.openxmlformats.org/drawingml/2006/main"/>
          <a:ln xmlns:a="http://schemas.openxmlformats.org/drawingml/2006/main" w="28575">
            <a:solidFill>
              <a:srgbClr val="E77916"/>
            </a:solidFill>
            <a:prstDash val="solid"/>
          </a:ln>
        </p:spPr>
      </p:sp>
      <p:sp>
        <p:nvSpPr>
          <p:cNvPr id="20" name="Shape 16">
            <a:extLst xmlns:a="http://schemas.openxmlformats.org/drawingml/2006/main">
              <a:ext uri="{FF2B5EF4-FFF2-40B4-BE49-F238E27FC236}">
                <a16:creationId xmlns:a16="http://schemas.microsoft.com/office/drawing/2014/main" id="{D47881A6-4209-435F-AEFC-25C06893FE4F}"/>
              </a:ext>
            </a:extLst>
          </p:cNvPr>
          <p:cNvSpPr>
            <a:spLocks xmlns:a="http://schemas.openxmlformats.org/drawingml/2006/main" noGrp="1"/>
          </p:cNvSpPr>
          <p:nvPr/>
        </p:nvSpPr>
        <p:spPr>
          <a:xfrm xmlns:a="http://schemas.openxmlformats.org/drawingml/2006/main">
            <a:off x="7143750" y="1853803"/>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21" name="Shape 17">
            <a:extLst xmlns:a="http://schemas.openxmlformats.org/drawingml/2006/main">
              <a:ext uri="{FF2B5EF4-FFF2-40B4-BE49-F238E27FC236}">
                <a16:creationId xmlns:a16="http://schemas.microsoft.com/office/drawing/2014/main" id="{EE51395F-10E0-4939-A019-8B78CFEBC2E5}"/>
              </a:ext>
            </a:extLst>
          </p:cNvPr>
          <p:cNvSpPr>
            <a:spLocks xmlns:a="http://schemas.openxmlformats.org/drawingml/2006/main" noGrp="1"/>
          </p:cNvSpPr>
          <p:nvPr/>
        </p:nvSpPr>
        <p:spPr>
          <a:xfrm xmlns:a="http://schemas.openxmlformats.org/drawingml/2006/main">
            <a:off x="8740378" y="1850231"/>
            <a:ext cx="0" cy="296466"/>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22" name="Shape 18">
            <a:extLst xmlns:a="http://schemas.openxmlformats.org/drawingml/2006/main">
              <a:ext uri="{FF2B5EF4-FFF2-40B4-BE49-F238E27FC236}">
                <a16:creationId xmlns:a16="http://schemas.microsoft.com/office/drawing/2014/main" id="{AEC4D90C-D4A6-43AC-A6F0-617F993C072A}"/>
              </a:ext>
            </a:extLst>
          </p:cNvPr>
          <p:cNvSpPr>
            <a:spLocks xmlns:a="http://schemas.openxmlformats.org/drawingml/2006/main" noGrp="1"/>
          </p:cNvSpPr>
          <p:nvPr/>
        </p:nvSpPr>
        <p:spPr>
          <a:xfrm xmlns:a="http://schemas.openxmlformats.org/drawingml/2006/main">
            <a:off x="7143750" y="2143125"/>
            <a:ext cx="1600200" cy="0"/>
          </a:xfrm>
          <a:prstGeom xmlns:a="http://schemas.openxmlformats.org/drawingml/2006/main" prst="line">
            <a:avLst/>
          </a:prstGeom>
          <a:noFill xmlns:a="http://schemas.openxmlformats.org/drawingml/2006/main"/>
          <a:ln xmlns:a="http://schemas.openxmlformats.org/drawingml/2006/main" w="7144">
            <a:solidFill>
              <a:srgbClr val="1E3A5F"/>
            </a:solidFill>
            <a:prstDash val="solid"/>
          </a:ln>
        </p:spPr>
      </p:sp>
      <p:sp>
        <p:nvSpPr>
          <p:cNvPr id="23" name="Shape 19">
            <a:extLst xmlns:a="http://schemas.openxmlformats.org/drawingml/2006/main">
              <a:ext uri="{FF2B5EF4-FFF2-40B4-BE49-F238E27FC236}">
                <a16:creationId xmlns:a16="http://schemas.microsoft.com/office/drawing/2014/main" id="{88D34436-DF62-4749-884B-EA0BB6540C92}"/>
              </a:ext>
            </a:extLst>
          </p:cNvPr>
          <p:cNvSpPr>
            <a:spLocks xmlns:a="http://schemas.openxmlformats.org/drawingml/2006/main" noGrp="1"/>
          </p:cNvSpPr>
          <p:nvPr/>
        </p:nvSpPr>
        <p:spPr>
          <a:xfrm xmlns:a="http://schemas.openxmlformats.org/drawingml/2006/main">
            <a:off x="7158038" y="1850231"/>
            <a:ext cx="0" cy="296466"/>
          </a:xfrm>
          <a:prstGeom xmlns:a="http://schemas.openxmlformats.org/drawingml/2006/main" prst="line">
            <a:avLst/>
          </a:prstGeom>
          <a:noFill xmlns:a="http://schemas.openxmlformats.org/drawingml/2006/main"/>
          <a:ln xmlns:a="http://schemas.openxmlformats.org/drawingml/2006/main" w="28575">
            <a:solidFill>
              <a:srgbClr val="DC3545"/>
            </a:solidFill>
            <a:prstDash val="solid"/>
          </a:ln>
        </p:spPr>
      </p:sp>
      <p:sp>
        <p:nvSpPr>
          <p:cNvPr id="26" name="Text 22">
            <a:extLst xmlns:a="http://schemas.openxmlformats.org/drawingml/2006/main">
              <a:ext uri="{FF2B5EF4-FFF2-40B4-BE49-F238E27FC236}">
                <a16:creationId xmlns:a16="http://schemas.microsoft.com/office/drawing/2014/main" id="{D6DAFA03-C27F-48DA-8F03-D9E68C46B225}"/>
              </a:ext>
            </a:extLst>
          </p:cNvPr>
          <p:cNvSpPr>
            <a:spLocks xmlns:a="http://schemas.openxmlformats.org/drawingml/2006/main" noGrp="1"/>
          </p:cNvSpPr>
          <p:nvPr/>
        </p:nvSpPr>
        <p:spPr>
          <a:xfrm xmlns:a="http://schemas.openxmlformats.org/drawingml/2006/main">
            <a:off x="469962" y="444771"/>
            <a:ext cx="1513486" cy="14630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13"/>
              </a:lnSpc>
              <a:buNone/>
            </a:pPr>
            <a:r>
              <a:rPr sz="800" spc="101">
                <a:latin typeface="Arial"/>
                <a:ea typeface="Arial"/>
                <a:cs typeface="Arial"/>
              </a:rPr>
              <a:t>BLOQUE · UX/UI</a:t>
            </a:r>
            <a:endParaRPr sz="800">
              <a:latin typeface="Arial"/>
              <a:ea typeface="Arial"/>
              <a:cs typeface="Arial"/>
            </a:endParaRPr>
          </a:p>
        </p:txBody>
      </p:sp>
      <p:sp>
        <p:nvSpPr>
          <p:cNvPr id="29" name="Text 25">
            <a:extLst xmlns:a="http://schemas.openxmlformats.org/drawingml/2006/main">
              <a:ext uri="{FF2B5EF4-FFF2-40B4-BE49-F238E27FC236}">
                <a16:creationId xmlns:a16="http://schemas.microsoft.com/office/drawing/2014/main" id="{7DA9CF84-77B8-4FDD-958F-BA9F88399E04}"/>
              </a:ext>
            </a:extLst>
          </p:cNvPr>
          <p:cNvSpPr>
            <a:spLocks xmlns:a="http://schemas.openxmlformats.org/drawingml/2006/main" noGrp="1"/>
          </p:cNvSpPr>
          <p:nvPr/>
        </p:nvSpPr>
        <p:spPr>
          <a:xfrm xmlns:a="http://schemas.openxmlformats.org/drawingml/2006/main">
            <a:off x="400050" y="600075"/>
            <a:ext cx="8636000" cy="33947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2475"/>
              </a:lnSpc>
              <a:buNone/>
            </a:pPr>
            <a:r>
              <a:rPr sz="2250" b="1" spc="-34">
                <a:latin typeface="Arial"/>
                <a:ea typeface="Arial"/>
                <a:cs typeface="Arial"/>
              </a:rPr>
              <a:t>Mapa de navegación</a:t>
            </a:r>
            <a:endParaRPr sz="2250">
              <a:latin typeface="Arial"/>
              <a:ea typeface="Arial"/>
              <a:cs typeface="Arial"/>
            </a:endParaRPr>
          </a:p>
        </p:txBody>
      </p:sp>
      <p:sp>
        <p:nvSpPr>
          <p:cNvPr id="30" name="Text 26">
            <a:extLst xmlns:a="http://schemas.openxmlformats.org/drawingml/2006/main">
              <a:ext uri="{FF2B5EF4-FFF2-40B4-BE49-F238E27FC236}">
                <a16:creationId xmlns:a16="http://schemas.microsoft.com/office/drawing/2014/main" id="{2D6F811C-ACD3-42FF-8DBD-FA8B485C9094}"/>
              </a:ext>
            </a:extLst>
          </p:cNvPr>
          <p:cNvSpPr>
            <a:spLocks xmlns:a="http://schemas.openxmlformats.org/drawingml/2006/main" noGrp="1"/>
          </p:cNvSpPr>
          <p:nvPr/>
        </p:nvSpPr>
        <p:spPr>
          <a:xfrm xmlns:a="http://schemas.openxmlformats.org/drawingml/2006/main">
            <a:off x="400050" y="971550"/>
            <a:ext cx="400050" cy="28575"/>
          </a:xfrm>
          <a:prstGeom xmlns:a="http://schemas.openxmlformats.org/drawingml/2006/main" prst="roundRect">
            <a:avLst>
              <a:gd name="adj" fmla="val 66667"/>
            </a:avLst>
          </a:prstGeom>
          <a:solidFill xmlns:a="http://schemas.openxmlformats.org/drawingml/2006/main">
            <a:srgbClr val="06B6D4"/>
          </a:solidFill>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31" name="Text 27">
            <a:extLst xmlns:a="http://schemas.openxmlformats.org/drawingml/2006/main">
              <a:ext uri="{FF2B5EF4-FFF2-40B4-BE49-F238E27FC236}">
                <a16:creationId xmlns:a16="http://schemas.microsoft.com/office/drawing/2014/main" id="{4F470A28-4B41-4B9D-98AC-D74D119BE7E8}"/>
              </a:ext>
            </a:extLst>
          </p:cNvPr>
          <p:cNvSpPr>
            <a:spLocks xmlns:a="http://schemas.openxmlformats.org/drawingml/2006/main" noGrp="1"/>
          </p:cNvSpPr>
          <p:nvPr/>
        </p:nvSpPr>
        <p:spPr>
          <a:xfrm xmlns:a="http://schemas.openxmlformats.org/drawingml/2006/main">
            <a:off x="400050" y="1200150"/>
            <a:ext cx="8636000" cy="12258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844"/>
              </a:lnSpc>
              <a:buNone/>
            </a:pPr>
            <a:r>
              <a:rPr sz="800" spc="84">
                <a:latin typeface="Arial"/>
                <a:ea typeface="Arial"/>
                <a:cs typeface="Arial"/>
              </a:rPr>
              <a:t>FILA 1 · ACCESO</a:t>
            </a:r>
            <a:endParaRPr sz="800">
              <a:latin typeface="Arial"/>
              <a:ea typeface="Arial"/>
              <a:cs typeface="Arial"/>
            </a:endParaRPr>
          </a:p>
        </p:txBody>
      </p:sp>
      <p:sp>
        <p:nvSpPr>
          <p:cNvPr id="32" name="Text 28">
            <a:extLst xmlns:a="http://schemas.openxmlformats.org/drawingml/2006/main">
              <a:ext uri="{FF2B5EF4-FFF2-40B4-BE49-F238E27FC236}">
                <a16:creationId xmlns:a16="http://schemas.microsoft.com/office/drawing/2014/main" id="{70383A63-9EAA-46D3-8A77-A45B51BD20B3}"/>
              </a:ext>
            </a:extLst>
          </p:cNvPr>
          <p:cNvSpPr>
            <a:spLocks xmlns:a="http://schemas.openxmlformats.org/drawingml/2006/main" noGrp="1"/>
          </p:cNvSpPr>
          <p:nvPr/>
        </p:nvSpPr>
        <p:spPr>
          <a:xfrm xmlns:a="http://schemas.openxmlformats.org/drawingml/2006/main">
            <a:off x="400050" y="1337367"/>
            <a:ext cx="631887" cy="304209"/>
          </a:xfrm>
          <a:prstGeom xmlns:a="http://schemas.openxmlformats.org/drawingml/2006/main" prst="roundRect">
            <a:avLst>
              <a:gd name="adj" fmla="val 25049"/>
            </a:avLst>
          </a:prstGeom>
          <a:solidFill xmlns:a="http://schemas.openxmlformats.org/drawingml/2006/main">
            <a:srgbClr val="06B6D4">
              <a:alpha val="12000"/>
            </a:srgbClr>
          </a:solidFill>
          <a:ln xmlns:a="http://schemas.openxmlformats.org/drawingml/2006/main" w="7144">
            <a:solidFill>
              <a:srgbClr val="06B6D4"/>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33" name="Text 29">
            <a:extLst xmlns:a="http://schemas.openxmlformats.org/drawingml/2006/main">
              <a:ext uri="{FF2B5EF4-FFF2-40B4-BE49-F238E27FC236}">
                <a16:creationId xmlns:a16="http://schemas.microsoft.com/office/drawing/2014/main" id="{297F3046-F7CB-4FA5-889C-9CD62DB14A75}"/>
              </a:ext>
            </a:extLst>
          </p:cNvPr>
          <p:cNvSpPr>
            <a:spLocks xmlns:a="http://schemas.openxmlformats.org/drawingml/2006/main" noGrp="1"/>
          </p:cNvSpPr>
          <p:nvPr/>
        </p:nvSpPr>
        <p:spPr>
          <a:xfrm xmlns:a="http://schemas.openxmlformats.org/drawingml/2006/main">
            <a:off x="692944" y="1428750"/>
            <a:ext cx="381856" cy="1332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800" b="1">
                <a:latin typeface="Arial"/>
                <a:ea typeface="Arial"/>
                <a:cs typeface="Arial"/>
              </a:rPr>
              <a:t>Login</a:t>
            </a:r>
            <a:endParaRPr sz="800">
              <a:latin typeface="Arial"/>
              <a:ea typeface="Arial"/>
              <a:cs typeface="Arial"/>
            </a:endParaRPr>
          </a:p>
        </p:txBody>
      </p:sp>
      <p:sp>
        <p:nvSpPr>
          <p:cNvPr id="34" name="Text 30">
            <a:extLst xmlns:a="http://schemas.openxmlformats.org/drawingml/2006/main">
              <a:ext uri="{FF2B5EF4-FFF2-40B4-BE49-F238E27FC236}">
                <a16:creationId xmlns:a16="http://schemas.microsoft.com/office/drawing/2014/main" id="{2CE1C889-7C49-47F1-87BF-ECB7532D30C8}"/>
              </a:ext>
            </a:extLst>
          </p:cNvPr>
          <p:cNvSpPr>
            <a:spLocks xmlns:a="http://schemas.openxmlformats.org/drawingml/2006/main" noGrp="1"/>
          </p:cNvSpPr>
          <p:nvPr/>
        </p:nvSpPr>
        <p:spPr>
          <a:xfrm xmlns:a="http://schemas.openxmlformats.org/drawingml/2006/main">
            <a:off x="507206" y="1425178"/>
            <a:ext cx="128588"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endParaRPr sz="1266">
              <a:latin typeface="Arial"/>
              <a:ea typeface="Arial"/>
              <a:cs typeface="Arial"/>
            </a:endParaRPr>
          </a:p>
        </p:txBody>
      </p:sp>
      <p:sp>
        <p:nvSpPr>
          <p:cNvPr id="35" name="Text 31">
            <a:extLst xmlns:a="http://schemas.openxmlformats.org/drawingml/2006/main">
              <a:ext uri="{FF2B5EF4-FFF2-40B4-BE49-F238E27FC236}">
                <a16:creationId xmlns:a16="http://schemas.microsoft.com/office/drawing/2014/main" id="{506E94C0-74D0-4455-B465-692B5D8C6B1E}"/>
              </a:ext>
            </a:extLst>
          </p:cNvPr>
          <p:cNvSpPr>
            <a:spLocks xmlns:a="http://schemas.openxmlformats.org/drawingml/2006/main" noGrp="1"/>
          </p:cNvSpPr>
          <p:nvPr/>
        </p:nvSpPr>
        <p:spPr>
          <a:xfrm xmlns:a="http://schemas.openxmlformats.org/drawingml/2006/main">
            <a:off x="1117662" y="1425178"/>
            <a:ext cx="128588"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36" name="Text 32">
            <a:extLst xmlns:a="http://schemas.openxmlformats.org/drawingml/2006/main">
              <a:ext uri="{FF2B5EF4-FFF2-40B4-BE49-F238E27FC236}">
                <a16:creationId xmlns:a16="http://schemas.microsoft.com/office/drawing/2014/main" id="{1CEDDD77-AF05-447D-B926-804EEE33DCDA}"/>
              </a:ext>
            </a:extLst>
          </p:cNvPr>
          <p:cNvSpPr>
            <a:spLocks xmlns:a="http://schemas.openxmlformats.org/drawingml/2006/main" noGrp="1"/>
          </p:cNvSpPr>
          <p:nvPr/>
        </p:nvSpPr>
        <p:spPr>
          <a:xfrm xmlns:a="http://schemas.openxmlformats.org/drawingml/2006/main">
            <a:off x="1331975" y="1337367"/>
            <a:ext cx="873435" cy="304209"/>
          </a:xfrm>
          <a:prstGeom xmlns:a="http://schemas.openxmlformats.org/drawingml/2006/main" prst="roundRect">
            <a:avLst>
              <a:gd name="adj" fmla="val 25049"/>
            </a:avLst>
          </a:prstGeom>
          <a:solidFill xmlns:a="http://schemas.openxmlformats.org/drawingml/2006/main">
            <a:srgbClr val="2474E8">
              <a:alpha val="18000"/>
            </a:srgbClr>
          </a:solidFill>
          <a:ln xmlns:a="http://schemas.openxmlformats.org/drawingml/2006/main" w="7144">
            <a:solidFill>
              <a:srgbClr val="2474E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37" name="Text 33">
            <a:extLst xmlns:a="http://schemas.openxmlformats.org/drawingml/2006/main">
              <a:ext uri="{FF2B5EF4-FFF2-40B4-BE49-F238E27FC236}">
                <a16:creationId xmlns:a16="http://schemas.microsoft.com/office/drawing/2014/main" id="{F4DC8974-6E9A-45E5-A852-DBFECB0E8563}"/>
              </a:ext>
            </a:extLst>
          </p:cNvPr>
          <p:cNvSpPr>
            <a:spLocks xmlns:a="http://schemas.openxmlformats.org/drawingml/2006/main" noGrp="1"/>
          </p:cNvSpPr>
          <p:nvPr/>
        </p:nvSpPr>
        <p:spPr>
          <a:xfrm xmlns:a="http://schemas.openxmlformats.org/drawingml/2006/main">
            <a:off x="1624868" y="1428750"/>
            <a:ext cx="723416" cy="13324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181"/>
              </a:lnSpc>
              <a:buNone/>
            </a:pPr>
            <a:r>
              <a:rPr sz="800" b="1">
                <a:latin typeface="Arial"/>
                <a:ea typeface="Arial"/>
                <a:cs typeface="Arial"/>
              </a:rPr>
              <a:t>Dashboard</a:t>
            </a:r>
            <a:endParaRPr sz="800">
              <a:latin typeface="Arial"/>
              <a:ea typeface="Arial"/>
              <a:cs typeface="Arial"/>
            </a:endParaRPr>
          </a:p>
        </p:txBody>
      </p:sp>
      <p:sp>
        <p:nvSpPr>
          <p:cNvPr id="38" name="Text 34">
            <a:extLst xmlns:a="http://schemas.openxmlformats.org/drawingml/2006/main">
              <a:ext uri="{FF2B5EF4-FFF2-40B4-BE49-F238E27FC236}">
                <a16:creationId xmlns:a16="http://schemas.microsoft.com/office/drawing/2014/main" id="{4870D917-C2B2-4A61-8F23-7D840318D020}"/>
              </a:ext>
            </a:extLst>
          </p:cNvPr>
          <p:cNvSpPr>
            <a:spLocks xmlns:a="http://schemas.openxmlformats.org/drawingml/2006/main" noGrp="1"/>
          </p:cNvSpPr>
          <p:nvPr/>
        </p:nvSpPr>
        <p:spPr>
          <a:xfrm xmlns:a="http://schemas.openxmlformats.org/drawingml/2006/main">
            <a:off x="1439131" y="1425178"/>
            <a:ext cx="128588"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66">
                <a:latin typeface="Arial"/>
                <a:ea typeface="Arial"/>
                <a:cs typeface="Arial"/>
              </a:rPr>
              <a:t>▦</a:t>
            </a:r>
            <a:endParaRPr sz="1266">
              <a:latin typeface="Arial"/>
              <a:ea typeface="Arial"/>
              <a:cs typeface="Arial"/>
            </a:endParaRPr>
          </a:p>
        </p:txBody>
      </p:sp>
      <p:sp>
        <p:nvSpPr>
          <p:cNvPr id="39" name="Text 35">
            <a:extLst xmlns:a="http://schemas.openxmlformats.org/drawingml/2006/main">
              <a:ext uri="{FF2B5EF4-FFF2-40B4-BE49-F238E27FC236}">
                <a16:creationId xmlns:a16="http://schemas.microsoft.com/office/drawing/2014/main" id="{D791FACD-AA88-451E-A9C7-2E02D8E796BB}"/>
              </a:ext>
            </a:extLst>
          </p:cNvPr>
          <p:cNvSpPr>
            <a:spLocks xmlns:a="http://schemas.openxmlformats.org/drawingml/2006/main" noGrp="1"/>
          </p:cNvSpPr>
          <p:nvPr/>
        </p:nvSpPr>
        <p:spPr>
          <a:xfrm xmlns:a="http://schemas.openxmlformats.org/drawingml/2006/main">
            <a:off x="2391147" y="1425178"/>
            <a:ext cx="6352803"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3"/>
              </a:lnSpc>
              <a:buNone/>
            </a:pPr>
            <a:r>
              <a:rPr sz="800" spc="34">
                <a:latin typeface="Arial"/>
                <a:ea typeface="Arial"/>
                <a:cs typeface="Arial"/>
              </a:rPr>
              <a:t>Autenticación válida → pantalla principal</a:t>
            </a:r>
            <a:endParaRPr sz="800">
              <a:latin typeface="Arial"/>
              <a:ea typeface="Arial"/>
              <a:cs typeface="Arial"/>
            </a:endParaRPr>
          </a:p>
        </p:txBody>
      </p:sp>
      <p:sp>
        <p:nvSpPr>
          <p:cNvPr id="40" name="Text 36">
            <a:extLst xmlns:a="http://schemas.openxmlformats.org/drawingml/2006/main">
              <a:ext uri="{FF2B5EF4-FFF2-40B4-BE49-F238E27FC236}">
                <a16:creationId xmlns:a16="http://schemas.microsoft.com/office/drawing/2014/main" id="{AAEE6BEC-E3DC-4773-89CE-F4096C1A33A6}"/>
              </a:ext>
            </a:extLst>
          </p:cNvPr>
          <p:cNvSpPr>
            <a:spLocks xmlns:a="http://schemas.openxmlformats.org/drawingml/2006/main" noGrp="1"/>
          </p:cNvSpPr>
          <p:nvPr/>
        </p:nvSpPr>
        <p:spPr>
          <a:xfrm xmlns:a="http://schemas.openxmlformats.org/drawingml/2006/main">
            <a:off x="400050" y="1700213"/>
            <a:ext cx="8636000" cy="1225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44"/>
              </a:lnSpc>
              <a:buNone/>
            </a:pPr>
            <a:r>
              <a:rPr sz="800" spc="84">
                <a:latin typeface="Arial"/>
                <a:ea typeface="Arial"/>
                <a:cs typeface="Arial"/>
              </a:rPr>
              <a:t>FILA 2 · BARRA LATERAL — 5 MÓDULOS</a:t>
            </a:r>
            <a:endParaRPr sz="800">
              <a:latin typeface="Arial"/>
              <a:ea typeface="Arial"/>
              <a:cs typeface="Arial"/>
            </a:endParaRPr>
          </a:p>
        </p:txBody>
      </p:sp>
      <p:sp>
        <p:nvSpPr>
          <p:cNvPr id="42" name="Text 38">
            <a:extLst xmlns:a="http://schemas.openxmlformats.org/drawingml/2006/main">
              <a:ext uri="{FF2B5EF4-FFF2-40B4-BE49-F238E27FC236}">
                <a16:creationId xmlns:a16="http://schemas.microsoft.com/office/drawing/2014/main" id="{CF59EF62-F919-4902-89DA-3DB21F3CB378}"/>
              </a:ext>
            </a:extLst>
          </p:cNvPr>
          <p:cNvSpPr>
            <a:spLocks xmlns:a="http://schemas.openxmlformats.org/drawingml/2006/main" noGrp="1"/>
          </p:cNvSpPr>
          <p:nvPr/>
        </p:nvSpPr>
        <p:spPr>
          <a:xfrm xmlns:a="http://schemas.openxmlformats.org/drawingml/2006/main">
            <a:off x="671513" y="1935956"/>
            <a:ext cx="628576" cy="13215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a:latin typeface="Arial"/>
                <a:ea typeface="Arial"/>
                <a:cs typeface="Arial"/>
              </a:rPr>
              <a:t>Dashboard</a:t>
            </a:r>
            <a:endParaRPr sz="800">
              <a:latin typeface="Arial"/>
              <a:ea typeface="Arial"/>
              <a:cs typeface="Arial"/>
            </a:endParaRPr>
          </a:p>
        </p:txBody>
      </p:sp>
      <p:sp>
        <p:nvSpPr>
          <p:cNvPr id="43" name="Text 39">
            <a:extLst xmlns:a="http://schemas.openxmlformats.org/drawingml/2006/main">
              <a:ext uri="{FF2B5EF4-FFF2-40B4-BE49-F238E27FC236}">
                <a16:creationId xmlns:a16="http://schemas.microsoft.com/office/drawing/2014/main" id="{E691619E-22B4-42C1-81BE-A3F9514D50F0}"/>
              </a:ext>
            </a:extLst>
          </p:cNvPr>
          <p:cNvSpPr>
            <a:spLocks xmlns:a="http://schemas.openxmlformats.org/drawingml/2006/main" noGrp="1"/>
          </p:cNvSpPr>
          <p:nvPr/>
        </p:nvSpPr>
        <p:spPr>
          <a:xfrm xmlns:a="http://schemas.openxmlformats.org/drawingml/2006/main">
            <a:off x="514350" y="1941314"/>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125">
                <a:latin typeface="Arial"/>
                <a:ea typeface="Arial"/>
                <a:cs typeface="Arial"/>
              </a:rPr>
              <a:t>▦</a:t>
            </a:r>
            <a:endParaRPr sz="1125">
              <a:latin typeface="Arial"/>
              <a:ea typeface="Arial"/>
              <a:cs typeface="Arial"/>
            </a:endParaRPr>
          </a:p>
        </p:txBody>
      </p:sp>
      <p:sp>
        <p:nvSpPr>
          <p:cNvPr id="45" name="Text 41">
            <a:extLst xmlns:a="http://schemas.openxmlformats.org/drawingml/2006/main">
              <a:ext uri="{FF2B5EF4-FFF2-40B4-BE49-F238E27FC236}">
                <a16:creationId xmlns:a16="http://schemas.microsoft.com/office/drawing/2014/main" id="{1403824A-E713-499F-A49C-C0BDE23908B1}"/>
              </a:ext>
            </a:extLst>
          </p:cNvPr>
          <p:cNvSpPr>
            <a:spLocks xmlns:a="http://schemas.openxmlformats.org/drawingml/2006/main" noGrp="1"/>
          </p:cNvSpPr>
          <p:nvPr/>
        </p:nvSpPr>
        <p:spPr>
          <a:xfrm xmlns:a="http://schemas.openxmlformats.org/drawingml/2006/main">
            <a:off x="2336926" y="1935956"/>
            <a:ext cx="608625" cy="13215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a:latin typeface="Arial"/>
                <a:ea typeface="Arial"/>
                <a:cs typeface="Arial"/>
              </a:rPr>
              <a:t>Pacientes</a:t>
            </a:r>
            <a:endParaRPr sz="800">
              <a:latin typeface="Arial"/>
              <a:ea typeface="Arial"/>
              <a:cs typeface="Arial"/>
            </a:endParaRPr>
          </a:p>
        </p:txBody>
      </p:sp>
      <p:sp>
        <p:nvSpPr>
          <p:cNvPr id="46" name="Text 42">
            <a:extLst xmlns:a="http://schemas.openxmlformats.org/drawingml/2006/main">
              <a:ext uri="{FF2B5EF4-FFF2-40B4-BE49-F238E27FC236}">
                <a16:creationId xmlns:a16="http://schemas.microsoft.com/office/drawing/2014/main" id="{EC3DF02D-4430-4194-8570-F3AED5A418EB}"/>
              </a:ext>
            </a:extLst>
          </p:cNvPr>
          <p:cNvSpPr>
            <a:spLocks xmlns:a="http://schemas.openxmlformats.org/drawingml/2006/main" noGrp="1"/>
          </p:cNvSpPr>
          <p:nvPr/>
        </p:nvSpPr>
        <p:spPr>
          <a:xfrm xmlns:a="http://schemas.openxmlformats.org/drawingml/2006/main">
            <a:off x="2200275" y="1941314"/>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125">
                <a:latin typeface="Arial"/>
                <a:ea typeface="Arial"/>
                <a:cs typeface="Arial"/>
              </a:rPr>
              <a:t>♟</a:t>
            </a:r>
            <a:endParaRPr sz="1125">
              <a:latin typeface="Arial"/>
              <a:ea typeface="Arial"/>
              <a:cs typeface="Arial"/>
            </a:endParaRPr>
          </a:p>
        </p:txBody>
      </p:sp>
      <p:sp>
        <p:nvSpPr>
          <p:cNvPr id="48" name="Text 44">
            <a:extLst xmlns:a="http://schemas.openxmlformats.org/drawingml/2006/main">
              <a:ext uri="{FF2B5EF4-FFF2-40B4-BE49-F238E27FC236}">
                <a16:creationId xmlns:a16="http://schemas.microsoft.com/office/drawing/2014/main" id="{2F76B9C5-96E5-4A6A-9FDF-8A2F53B77CD6}"/>
              </a:ext>
            </a:extLst>
          </p:cNvPr>
          <p:cNvSpPr>
            <a:spLocks xmlns:a="http://schemas.openxmlformats.org/drawingml/2006/main" noGrp="1"/>
          </p:cNvSpPr>
          <p:nvPr/>
        </p:nvSpPr>
        <p:spPr>
          <a:xfrm xmlns:a="http://schemas.openxmlformats.org/drawingml/2006/main">
            <a:off x="4030159" y="1935956"/>
            <a:ext cx="546283" cy="13215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800" b="1">
                <a:latin typeface="Arial"/>
                <a:ea typeface="Arial"/>
                <a:cs typeface="Arial"/>
              </a:rPr>
              <a:t>Doctores</a:t>
            </a:r>
            <a:endParaRPr sz="800">
              <a:latin typeface="Arial"/>
              <a:ea typeface="Arial"/>
              <a:cs typeface="Arial"/>
            </a:endParaRPr>
          </a:p>
        </p:txBody>
      </p:sp>
      <p:sp>
        <p:nvSpPr>
          <p:cNvPr id="49" name="Text 45">
            <a:extLst xmlns:a="http://schemas.openxmlformats.org/drawingml/2006/main">
              <a:ext uri="{FF2B5EF4-FFF2-40B4-BE49-F238E27FC236}">
                <a16:creationId xmlns:a16="http://schemas.microsoft.com/office/drawing/2014/main" id="{4BFE261B-A991-4C82-9BB9-D74600ABD83D}"/>
              </a:ext>
            </a:extLst>
          </p:cNvPr>
          <p:cNvSpPr>
            <a:spLocks xmlns:a="http://schemas.openxmlformats.org/drawingml/2006/main" noGrp="1"/>
          </p:cNvSpPr>
          <p:nvPr/>
        </p:nvSpPr>
        <p:spPr>
          <a:xfrm xmlns:a="http://schemas.openxmlformats.org/drawingml/2006/main">
            <a:off x="3886200" y="1941314"/>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125">
                <a:latin typeface="Arial"/>
                <a:ea typeface="Arial"/>
                <a:cs typeface="Arial"/>
              </a:rPr>
              <a:t>✚</a:t>
            </a:r>
            <a:endParaRPr sz="1125">
              <a:latin typeface="Arial"/>
              <a:ea typeface="Arial"/>
              <a:cs typeface="Arial"/>
            </a:endParaRPr>
          </a:p>
        </p:txBody>
      </p:sp>
      <p:sp>
        <p:nvSpPr>
          <p:cNvPr id="51" name="Text 47">
            <a:extLst xmlns:a="http://schemas.openxmlformats.org/drawingml/2006/main">
              <a:ext uri="{FF2B5EF4-FFF2-40B4-BE49-F238E27FC236}">
                <a16:creationId xmlns:a16="http://schemas.microsoft.com/office/drawing/2014/main" id="{C03D2487-3028-4E95-A7A7-7CC196CBB105}"/>
              </a:ext>
            </a:extLst>
          </p:cNvPr>
          <p:cNvSpPr>
            <a:spLocks xmlns:a="http://schemas.openxmlformats.org/drawingml/2006/main" noGrp="1"/>
          </p:cNvSpPr>
          <p:nvPr/>
        </p:nvSpPr>
        <p:spPr>
          <a:xfrm xmlns:a="http://schemas.openxmlformats.org/drawingml/2006/main">
            <a:off x="5714680" y="1935956"/>
            <a:ext cx="750287" cy="13215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731" b="1">
                <a:latin typeface="Arial"/>
                <a:ea typeface="Arial"/>
                <a:cs typeface="Arial"/>
              </a:rPr>
              <a:t>Citas médicas</a:t>
            </a:r>
            <a:endParaRPr sz="731">
              <a:latin typeface="Arial"/>
              <a:ea typeface="Arial"/>
              <a:cs typeface="Arial"/>
            </a:endParaRPr>
          </a:p>
        </p:txBody>
      </p:sp>
      <p:sp>
        <p:nvSpPr>
          <p:cNvPr id="52" name="Text 48">
            <a:extLst xmlns:a="http://schemas.openxmlformats.org/drawingml/2006/main">
              <a:ext uri="{FF2B5EF4-FFF2-40B4-BE49-F238E27FC236}">
                <a16:creationId xmlns:a16="http://schemas.microsoft.com/office/drawing/2014/main" id="{43D75E33-5B0C-4085-AB9E-CB476AB1D60B}"/>
              </a:ext>
            </a:extLst>
          </p:cNvPr>
          <p:cNvSpPr>
            <a:spLocks xmlns:a="http://schemas.openxmlformats.org/drawingml/2006/main" noGrp="1"/>
          </p:cNvSpPr>
          <p:nvPr/>
        </p:nvSpPr>
        <p:spPr>
          <a:xfrm xmlns:a="http://schemas.openxmlformats.org/drawingml/2006/main">
            <a:off x="5572125" y="1941314"/>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125">
                <a:latin typeface="Arial"/>
                <a:ea typeface="Arial"/>
                <a:cs typeface="Arial"/>
              </a:rPr>
              <a:t>▦</a:t>
            </a:r>
            <a:endParaRPr sz="1125">
              <a:latin typeface="Arial"/>
              <a:ea typeface="Arial"/>
              <a:cs typeface="Arial"/>
            </a:endParaRPr>
          </a:p>
        </p:txBody>
      </p:sp>
      <p:sp>
        <p:nvSpPr>
          <p:cNvPr id="54" name="Text 50">
            <a:extLst xmlns:a="http://schemas.openxmlformats.org/drawingml/2006/main">
              <a:ext uri="{FF2B5EF4-FFF2-40B4-BE49-F238E27FC236}">
                <a16:creationId xmlns:a16="http://schemas.microsoft.com/office/drawing/2014/main" id="{2053D9EA-4286-4F0E-9CD3-0B07F89F0493}"/>
              </a:ext>
            </a:extLst>
          </p:cNvPr>
          <p:cNvSpPr>
            <a:spLocks xmlns:a="http://schemas.openxmlformats.org/drawingml/2006/main" noGrp="1"/>
          </p:cNvSpPr>
          <p:nvPr/>
        </p:nvSpPr>
        <p:spPr>
          <a:xfrm xmlns:a="http://schemas.openxmlformats.org/drawingml/2006/main">
            <a:off x="7415213" y="1935956"/>
            <a:ext cx="774092" cy="13215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097"/>
              </a:lnSpc>
              <a:buNone/>
            </a:pPr>
            <a:r>
              <a:rPr sz="731" b="1">
                <a:latin typeface="Arial"/>
                <a:ea typeface="Arial"/>
                <a:cs typeface="Arial"/>
              </a:rPr>
              <a:t>Historial clínico</a:t>
            </a:r>
            <a:endParaRPr sz="731">
              <a:latin typeface="Arial"/>
              <a:ea typeface="Arial"/>
              <a:cs typeface="Arial"/>
            </a:endParaRPr>
          </a:p>
        </p:txBody>
      </p:sp>
      <p:sp>
        <p:nvSpPr>
          <p:cNvPr id="55" name="Text 51">
            <a:extLst xmlns:a="http://schemas.openxmlformats.org/drawingml/2006/main">
              <a:ext uri="{FF2B5EF4-FFF2-40B4-BE49-F238E27FC236}">
                <a16:creationId xmlns:a16="http://schemas.microsoft.com/office/drawing/2014/main" id="{815A5086-B53B-45A3-8CFB-ACD6132FD191}"/>
              </a:ext>
            </a:extLst>
          </p:cNvPr>
          <p:cNvSpPr>
            <a:spLocks xmlns:a="http://schemas.openxmlformats.org/drawingml/2006/main" noGrp="1"/>
          </p:cNvSpPr>
          <p:nvPr/>
        </p:nvSpPr>
        <p:spPr>
          <a:xfrm xmlns:a="http://schemas.openxmlformats.org/drawingml/2006/main">
            <a:off x="7258050" y="1941314"/>
            <a:ext cx="114300" cy="114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125">
                <a:latin typeface="Arial"/>
                <a:ea typeface="Arial"/>
                <a:cs typeface="Arial"/>
              </a:rPr>
              <a:t>▣</a:t>
            </a:r>
            <a:endParaRPr sz="1125">
              <a:latin typeface="Arial"/>
              <a:ea typeface="Arial"/>
              <a:cs typeface="Arial"/>
            </a:endParaRPr>
          </a:p>
        </p:txBody>
      </p:sp>
      <p:sp>
        <p:nvSpPr>
          <p:cNvPr id="56" name="Text 52">
            <a:extLst xmlns:a="http://schemas.openxmlformats.org/drawingml/2006/main">
              <a:ext uri="{FF2B5EF4-FFF2-40B4-BE49-F238E27FC236}">
                <a16:creationId xmlns:a16="http://schemas.microsoft.com/office/drawing/2014/main" id="{D5094051-FD06-4B5F-80CF-4EA98FF3ACA5}"/>
              </a:ext>
            </a:extLst>
          </p:cNvPr>
          <p:cNvSpPr>
            <a:spLocks xmlns:a="http://schemas.openxmlformats.org/drawingml/2006/main" noGrp="1"/>
          </p:cNvSpPr>
          <p:nvPr/>
        </p:nvSpPr>
        <p:spPr>
          <a:xfrm xmlns:a="http://schemas.openxmlformats.org/drawingml/2006/main">
            <a:off x="400050" y="2203847"/>
            <a:ext cx="1600200"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57" name="Text 53">
            <a:extLst xmlns:a="http://schemas.openxmlformats.org/drawingml/2006/main">
              <a:ext uri="{FF2B5EF4-FFF2-40B4-BE49-F238E27FC236}">
                <a16:creationId xmlns:a16="http://schemas.microsoft.com/office/drawing/2014/main" id="{98F83EF9-1F94-4E0B-A22C-18E5F9B4A8E5}"/>
              </a:ext>
            </a:extLst>
          </p:cNvPr>
          <p:cNvSpPr>
            <a:spLocks xmlns:a="http://schemas.openxmlformats.org/drawingml/2006/main" noGrp="1"/>
          </p:cNvSpPr>
          <p:nvPr/>
        </p:nvSpPr>
        <p:spPr>
          <a:xfrm xmlns:a="http://schemas.openxmlformats.org/drawingml/2006/main">
            <a:off x="2085975" y="2203847"/>
            <a:ext cx="1600200"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58" name="Text 54">
            <a:extLst xmlns:a="http://schemas.openxmlformats.org/drawingml/2006/main">
              <a:ext uri="{FF2B5EF4-FFF2-40B4-BE49-F238E27FC236}">
                <a16:creationId xmlns:a16="http://schemas.microsoft.com/office/drawing/2014/main" id="{3E76FD6A-4DF0-44D2-9C5A-A7B5B1D7D4E3}"/>
              </a:ext>
            </a:extLst>
          </p:cNvPr>
          <p:cNvSpPr>
            <a:spLocks xmlns:a="http://schemas.openxmlformats.org/drawingml/2006/main" noGrp="1"/>
          </p:cNvSpPr>
          <p:nvPr/>
        </p:nvSpPr>
        <p:spPr>
          <a:xfrm xmlns:a="http://schemas.openxmlformats.org/drawingml/2006/main">
            <a:off x="3771900" y="2203847"/>
            <a:ext cx="1600200"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59" name="Text 55">
            <a:extLst xmlns:a="http://schemas.openxmlformats.org/drawingml/2006/main">
              <a:ext uri="{FF2B5EF4-FFF2-40B4-BE49-F238E27FC236}">
                <a16:creationId xmlns:a16="http://schemas.microsoft.com/office/drawing/2014/main" id="{5C5E6B26-4586-4092-B4FE-CE7DD3C75A59}"/>
              </a:ext>
            </a:extLst>
          </p:cNvPr>
          <p:cNvSpPr>
            <a:spLocks xmlns:a="http://schemas.openxmlformats.org/drawingml/2006/main" noGrp="1"/>
          </p:cNvSpPr>
          <p:nvPr/>
        </p:nvSpPr>
        <p:spPr>
          <a:xfrm xmlns:a="http://schemas.openxmlformats.org/drawingml/2006/main">
            <a:off x="5457825" y="2203847"/>
            <a:ext cx="1600200"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60" name="Text 56">
            <a:extLst xmlns:a="http://schemas.openxmlformats.org/drawingml/2006/main">
              <a:ext uri="{FF2B5EF4-FFF2-40B4-BE49-F238E27FC236}">
                <a16:creationId xmlns:a16="http://schemas.microsoft.com/office/drawing/2014/main" id="{FF230FE3-C4E0-4428-B34A-E2AFEF6B052F}"/>
              </a:ext>
            </a:extLst>
          </p:cNvPr>
          <p:cNvSpPr>
            <a:spLocks xmlns:a="http://schemas.openxmlformats.org/drawingml/2006/main" noGrp="1"/>
          </p:cNvSpPr>
          <p:nvPr/>
        </p:nvSpPr>
        <p:spPr>
          <a:xfrm xmlns:a="http://schemas.openxmlformats.org/drawingml/2006/main">
            <a:off x="7143750" y="2203847"/>
            <a:ext cx="1600200" cy="12858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013" b="1">
                <a:latin typeface="Arial"/>
                <a:ea typeface="Arial"/>
                <a:cs typeface="Arial"/>
              </a:rPr>
              <a:t>↓</a:t>
            </a:r>
            <a:endParaRPr sz="1013">
              <a:latin typeface="Arial"/>
              <a:ea typeface="Arial"/>
              <a:cs typeface="Arial"/>
            </a:endParaRPr>
          </a:p>
        </p:txBody>
      </p:sp>
      <p:sp>
        <p:nvSpPr>
          <p:cNvPr id="61" name="Text 57">
            <a:extLst xmlns:a="http://schemas.openxmlformats.org/drawingml/2006/main">
              <a:ext uri="{FF2B5EF4-FFF2-40B4-BE49-F238E27FC236}">
                <a16:creationId xmlns:a16="http://schemas.microsoft.com/office/drawing/2014/main" id="{58EC5AD2-7587-4BE2-A23E-146B6BF7E045}"/>
              </a:ext>
            </a:extLst>
          </p:cNvPr>
          <p:cNvSpPr>
            <a:spLocks xmlns:a="http://schemas.openxmlformats.org/drawingml/2006/main" noGrp="1"/>
          </p:cNvSpPr>
          <p:nvPr/>
        </p:nvSpPr>
        <p:spPr>
          <a:xfrm xmlns:a="http://schemas.openxmlformats.org/drawingml/2006/main">
            <a:off x="400050" y="2375297"/>
            <a:ext cx="8636000" cy="1225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44"/>
              </a:lnSpc>
              <a:buNone/>
            </a:pPr>
            <a:r>
              <a:rPr sz="800" spc="84">
                <a:latin typeface="Arial"/>
                <a:ea typeface="Arial"/>
                <a:cs typeface="Arial"/>
              </a:rPr>
              <a:t>FILA 3 · SUB-ACCIONES POR MÓDULO</a:t>
            </a:r>
            <a:endParaRPr sz="800">
              <a:latin typeface="Arial"/>
              <a:ea typeface="Arial"/>
              <a:cs typeface="Arial"/>
            </a:endParaRPr>
          </a:p>
        </p:txBody>
      </p:sp>
      <p:sp>
        <p:nvSpPr>
          <p:cNvPr id="63" name="Text 59">
            <a:extLst xmlns:a="http://schemas.openxmlformats.org/drawingml/2006/main">
              <a:ext uri="{FF2B5EF4-FFF2-40B4-BE49-F238E27FC236}">
                <a16:creationId xmlns:a16="http://schemas.microsoft.com/office/drawing/2014/main" id="{D2D6E004-60D0-4CC1-B71F-77428CD8E9B8}"/>
              </a:ext>
            </a:extLst>
          </p:cNvPr>
          <p:cNvSpPr>
            <a:spLocks xmlns:a="http://schemas.openxmlformats.org/drawingml/2006/main" noGrp="1"/>
          </p:cNvSpPr>
          <p:nvPr/>
        </p:nvSpPr>
        <p:spPr>
          <a:xfrm xmlns:a="http://schemas.openxmlformats.org/drawingml/2006/main">
            <a:off x="478631" y="2593717"/>
            <a:ext cx="639366"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4" name="Text 60">
            <a:extLst xmlns:a="http://schemas.openxmlformats.org/drawingml/2006/main">
              <a:ext uri="{FF2B5EF4-FFF2-40B4-BE49-F238E27FC236}">
                <a16:creationId xmlns:a16="http://schemas.microsoft.com/office/drawing/2014/main" id="{8541300E-C639-42EF-B425-F4E616F7294F}"/>
              </a:ext>
            </a:extLst>
          </p:cNvPr>
          <p:cNvSpPr>
            <a:spLocks xmlns:a="http://schemas.openxmlformats.org/drawingml/2006/main" noGrp="1"/>
          </p:cNvSpPr>
          <p:nvPr/>
        </p:nvSpPr>
        <p:spPr>
          <a:xfrm xmlns:a="http://schemas.openxmlformats.org/drawingml/2006/main">
            <a:off x="478631" y="2603897"/>
            <a:ext cx="639366"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Nuevo paciente</a:t>
            </a:r>
            <a:endParaRPr sz="800">
              <a:latin typeface="Arial"/>
              <a:ea typeface="Arial"/>
              <a:cs typeface="Arial"/>
            </a:endParaRPr>
          </a:p>
        </p:txBody>
      </p:sp>
      <p:sp>
        <p:nvSpPr>
          <p:cNvPr id="65" name="Text 61">
            <a:extLst xmlns:a="http://schemas.openxmlformats.org/drawingml/2006/main">
              <a:ext uri="{FF2B5EF4-FFF2-40B4-BE49-F238E27FC236}">
                <a16:creationId xmlns:a16="http://schemas.microsoft.com/office/drawing/2014/main" id="{38DDE63B-6DAD-47D2-8972-59BC13666F20}"/>
              </a:ext>
            </a:extLst>
          </p:cNvPr>
          <p:cNvSpPr>
            <a:spLocks xmlns:a="http://schemas.openxmlformats.org/drawingml/2006/main" noGrp="1"/>
          </p:cNvSpPr>
          <p:nvPr/>
        </p:nvSpPr>
        <p:spPr>
          <a:xfrm xmlns:a="http://schemas.openxmlformats.org/drawingml/2006/main">
            <a:off x="1166552" y="2593717"/>
            <a:ext cx="639366"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6" name="Text 62">
            <a:extLst xmlns:a="http://schemas.openxmlformats.org/drawingml/2006/main">
              <a:ext uri="{FF2B5EF4-FFF2-40B4-BE49-F238E27FC236}">
                <a16:creationId xmlns:a16="http://schemas.microsoft.com/office/drawing/2014/main" id="{D3D6E0C0-D7E4-40F4-9841-C19B354D1415}"/>
              </a:ext>
            </a:extLst>
          </p:cNvPr>
          <p:cNvSpPr>
            <a:spLocks xmlns:a="http://schemas.openxmlformats.org/drawingml/2006/main" noGrp="1"/>
          </p:cNvSpPr>
          <p:nvPr/>
        </p:nvSpPr>
        <p:spPr>
          <a:xfrm xmlns:a="http://schemas.openxmlformats.org/drawingml/2006/main">
            <a:off x="1166552" y="2603897"/>
            <a:ext cx="722636" cy="179844"/>
          </a:xfrm>
          <a:prstGeom xmlns:a="http://schemas.openxmlformats.org/drawingml/2006/main" prst="rect">
            <a:avLst/>
          </a:prstGeom>
          <a:noFill xmlns:a="http://schemas.openxmlformats.org/drawingml/2006/mai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886"/>
              </a:lnSpc>
              <a:buNone/>
            </a:pPr>
            <a:r>
              <a:rPr sz="800">
                <a:latin typeface="Arial"/>
                <a:ea typeface="Arial"/>
                <a:cs typeface="Arial"/>
              </a:rPr>
              <a:t>Programar cita</a:t>
            </a:r>
            <a:endParaRPr sz="800">
              <a:latin typeface="Arial"/>
              <a:ea typeface="Arial"/>
              <a:cs typeface="Arial"/>
            </a:endParaRPr>
          </a:p>
        </p:txBody>
      </p:sp>
      <p:sp>
        <p:nvSpPr>
          <p:cNvPr id="67" name="Text 63">
            <a:extLst xmlns:a="http://schemas.openxmlformats.org/drawingml/2006/main">
              <a:ext uri="{FF2B5EF4-FFF2-40B4-BE49-F238E27FC236}">
                <a16:creationId xmlns:a16="http://schemas.microsoft.com/office/drawing/2014/main" id="{D134DE16-B1A7-47AC-A949-1CE711D6189A}"/>
              </a:ext>
            </a:extLst>
          </p:cNvPr>
          <p:cNvSpPr>
            <a:spLocks xmlns:a="http://schemas.openxmlformats.org/drawingml/2006/main" noGrp="1"/>
          </p:cNvSpPr>
          <p:nvPr/>
        </p:nvSpPr>
        <p:spPr>
          <a:xfrm xmlns:a="http://schemas.openxmlformats.org/drawingml/2006/main">
            <a:off x="455771" y="2777669"/>
            <a:ext cx="835104"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68" name="Text 64">
            <a:extLst xmlns:a="http://schemas.openxmlformats.org/drawingml/2006/main">
              <a:ext uri="{FF2B5EF4-FFF2-40B4-BE49-F238E27FC236}">
                <a16:creationId xmlns:a16="http://schemas.microsoft.com/office/drawing/2014/main" id="{7D680967-1D3A-4F1C-A98A-769AD25FB6D0}"/>
              </a:ext>
            </a:extLst>
          </p:cNvPr>
          <p:cNvSpPr>
            <a:spLocks xmlns:a="http://schemas.openxmlformats.org/drawingml/2006/main" noGrp="1"/>
          </p:cNvSpPr>
          <p:nvPr/>
        </p:nvSpPr>
        <p:spPr>
          <a:xfrm xmlns:a="http://schemas.openxmlformats.org/drawingml/2006/main">
            <a:off x="478631" y="2787848"/>
            <a:ext cx="789384" cy="1696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Registrar consulta</a:t>
            </a:r>
            <a:endParaRPr sz="800">
              <a:latin typeface="Arial"/>
              <a:ea typeface="Arial"/>
              <a:cs typeface="Arial"/>
            </a:endParaRPr>
          </a:p>
        </p:txBody>
      </p:sp>
      <p:sp>
        <p:nvSpPr>
          <p:cNvPr id="70" name="Text 66">
            <a:extLst xmlns:a="http://schemas.openxmlformats.org/drawingml/2006/main">
              <a:ext uri="{FF2B5EF4-FFF2-40B4-BE49-F238E27FC236}">
                <a16:creationId xmlns:a16="http://schemas.microsoft.com/office/drawing/2014/main" id="{9D775AD6-D0DE-40EE-B518-6B6A64B736F4}"/>
              </a:ext>
            </a:extLst>
          </p:cNvPr>
          <p:cNvSpPr>
            <a:spLocks xmlns:a="http://schemas.openxmlformats.org/drawingml/2006/main" noGrp="1"/>
          </p:cNvSpPr>
          <p:nvPr/>
        </p:nvSpPr>
        <p:spPr>
          <a:xfrm xmlns:a="http://schemas.openxmlformats.org/drawingml/2006/main">
            <a:off x="2164556" y="2593717"/>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71" name="Text 67">
            <a:extLst xmlns:a="http://schemas.openxmlformats.org/drawingml/2006/main">
              <a:ext uri="{FF2B5EF4-FFF2-40B4-BE49-F238E27FC236}">
                <a16:creationId xmlns:a16="http://schemas.microsoft.com/office/drawing/2014/main" id="{1A792B97-E944-4D90-9FB5-04282487F483}"/>
              </a:ext>
            </a:extLst>
          </p:cNvPr>
          <p:cNvSpPr>
            <a:spLocks xmlns:a="http://schemas.openxmlformats.org/drawingml/2006/main" noGrp="1"/>
          </p:cNvSpPr>
          <p:nvPr/>
        </p:nvSpPr>
        <p:spPr>
          <a:xfrm xmlns:a="http://schemas.openxmlformats.org/drawingml/2006/main">
            <a:off x="2123421" y="2603897"/>
            <a:ext cx="421599"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Buscar</a:t>
            </a:r>
            <a:endParaRPr sz="800">
              <a:latin typeface="Arial"/>
              <a:ea typeface="Arial"/>
              <a:cs typeface="Arial"/>
            </a:endParaRPr>
          </a:p>
        </p:txBody>
      </p:sp>
      <p:sp>
        <p:nvSpPr>
          <p:cNvPr id="72" name="Text 68">
            <a:extLst xmlns:a="http://schemas.openxmlformats.org/drawingml/2006/main">
              <a:ext uri="{FF2B5EF4-FFF2-40B4-BE49-F238E27FC236}">
                <a16:creationId xmlns:a16="http://schemas.microsoft.com/office/drawing/2014/main" id="{5DEDA106-E2C2-4938-AF85-6F432280BF96}"/>
              </a:ext>
            </a:extLst>
          </p:cNvPr>
          <p:cNvSpPr>
            <a:spLocks xmlns:a="http://schemas.openxmlformats.org/drawingml/2006/main" noGrp="1"/>
          </p:cNvSpPr>
          <p:nvPr/>
        </p:nvSpPr>
        <p:spPr>
          <a:xfrm xmlns:a="http://schemas.openxmlformats.org/drawingml/2006/main">
            <a:off x="2552440" y="2593717"/>
            <a:ext cx="301823"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73" name="Text 69">
            <a:extLst xmlns:a="http://schemas.openxmlformats.org/drawingml/2006/main">
              <a:ext uri="{FF2B5EF4-FFF2-40B4-BE49-F238E27FC236}">
                <a16:creationId xmlns:a16="http://schemas.microsoft.com/office/drawing/2014/main" id="{1BED01C4-892C-49B2-92E1-5145C02444A2}"/>
              </a:ext>
            </a:extLst>
          </p:cNvPr>
          <p:cNvSpPr>
            <a:spLocks xmlns:a="http://schemas.openxmlformats.org/drawingml/2006/main" noGrp="1"/>
          </p:cNvSpPr>
          <p:nvPr/>
        </p:nvSpPr>
        <p:spPr>
          <a:xfrm xmlns:a="http://schemas.openxmlformats.org/drawingml/2006/main">
            <a:off x="2523722" y="2603897"/>
            <a:ext cx="359258"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Nuevo</a:t>
            </a:r>
            <a:endParaRPr sz="800">
              <a:latin typeface="Arial"/>
              <a:ea typeface="Arial"/>
              <a:cs typeface="Arial"/>
            </a:endParaRPr>
          </a:p>
        </p:txBody>
      </p:sp>
      <p:sp>
        <p:nvSpPr>
          <p:cNvPr id="74" name="Text 70">
            <a:extLst xmlns:a="http://schemas.openxmlformats.org/drawingml/2006/main">
              <a:ext uri="{FF2B5EF4-FFF2-40B4-BE49-F238E27FC236}">
                <a16:creationId xmlns:a16="http://schemas.microsoft.com/office/drawing/2014/main" id="{883E8E40-735B-4B29-A605-C077475838FB}"/>
              </a:ext>
            </a:extLst>
          </p:cNvPr>
          <p:cNvSpPr>
            <a:spLocks xmlns:a="http://schemas.openxmlformats.org/drawingml/2006/main" noGrp="1"/>
          </p:cNvSpPr>
          <p:nvPr/>
        </p:nvSpPr>
        <p:spPr>
          <a:xfrm xmlns:a="http://schemas.openxmlformats.org/drawingml/2006/main">
            <a:off x="2902818" y="2593717"/>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75" name="Text 71">
            <a:extLst xmlns:a="http://schemas.openxmlformats.org/drawingml/2006/main">
              <a:ext uri="{FF2B5EF4-FFF2-40B4-BE49-F238E27FC236}">
                <a16:creationId xmlns:a16="http://schemas.microsoft.com/office/drawing/2014/main" id="{8E71C640-7427-42E4-B3F9-404B370A0D63}"/>
              </a:ext>
            </a:extLst>
          </p:cNvPr>
          <p:cNvSpPr>
            <a:spLocks xmlns:a="http://schemas.openxmlformats.org/drawingml/2006/main" noGrp="1"/>
          </p:cNvSpPr>
          <p:nvPr/>
        </p:nvSpPr>
        <p:spPr>
          <a:xfrm xmlns:a="http://schemas.openxmlformats.org/drawingml/2006/main">
            <a:off x="2861683" y="2603897"/>
            <a:ext cx="421599" cy="156520"/>
          </a:xfrm>
          <a:prstGeom xmlns:a="http://schemas.openxmlformats.org/drawingml/2006/main" prst="rect">
            <a:avLst/>
          </a:prstGeom>
          <a:noFill xmlns:a="http://schemas.openxmlformats.org/drawingml/2006/mai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886"/>
              </a:lnSpc>
              <a:buNone/>
            </a:pPr>
            <a:r>
              <a:rPr sz="800">
                <a:latin typeface="Arial"/>
                <a:ea typeface="Arial"/>
                <a:cs typeface="Arial"/>
              </a:rPr>
              <a:t>Editar</a:t>
            </a:r>
            <a:endParaRPr sz="800">
              <a:latin typeface="Arial"/>
              <a:ea typeface="Arial"/>
              <a:cs typeface="Arial"/>
            </a:endParaRPr>
          </a:p>
        </p:txBody>
      </p:sp>
      <p:sp>
        <p:nvSpPr>
          <p:cNvPr id="76" name="Text 72">
            <a:extLst xmlns:a="http://schemas.openxmlformats.org/drawingml/2006/main">
              <a:ext uri="{FF2B5EF4-FFF2-40B4-BE49-F238E27FC236}">
                <a16:creationId xmlns:a16="http://schemas.microsoft.com/office/drawing/2014/main" id="{3BF0BFB2-BD80-4F0F-8B8B-113808B8E680}"/>
              </a:ext>
            </a:extLst>
          </p:cNvPr>
          <p:cNvSpPr>
            <a:spLocks xmlns:a="http://schemas.openxmlformats.org/drawingml/2006/main" noGrp="1"/>
          </p:cNvSpPr>
          <p:nvPr/>
        </p:nvSpPr>
        <p:spPr>
          <a:xfrm xmlns:a="http://schemas.openxmlformats.org/drawingml/2006/main">
            <a:off x="2147983" y="2777669"/>
            <a:ext cx="447485"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77" name="Text 73">
            <a:extLst xmlns:a="http://schemas.openxmlformats.org/drawingml/2006/main">
              <a:ext uri="{FF2B5EF4-FFF2-40B4-BE49-F238E27FC236}">
                <a16:creationId xmlns:a16="http://schemas.microsoft.com/office/drawing/2014/main" id="{51879D2A-2C88-49ED-BDDE-1F46DC7C1EEC}"/>
              </a:ext>
            </a:extLst>
          </p:cNvPr>
          <p:cNvSpPr>
            <a:spLocks xmlns:a="http://schemas.openxmlformats.org/drawingml/2006/main" noGrp="1"/>
          </p:cNvSpPr>
          <p:nvPr/>
        </p:nvSpPr>
        <p:spPr>
          <a:xfrm xmlns:a="http://schemas.openxmlformats.org/drawingml/2006/main">
            <a:off x="2098584" y="2787848"/>
            <a:ext cx="546283"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Eliminar</a:t>
            </a:r>
            <a:endParaRPr sz="800">
              <a:latin typeface="Arial"/>
              <a:ea typeface="Arial"/>
              <a:cs typeface="Arial"/>
            </a:endParaRPr>
          </a:p>
        </p:txBody>
      </p:sp>
      <p:sp>
        <p:nvSpPr>
          <p:cNvPr id="79" name="Text 75">
            <a:extLst xmlns:a="http://schemas.openxmlformats.org/drawingml/2006/main">
              <a:ext uri="{FF2B5EF4-FFF2-40B4-BE49-F238E27FC236}">
                <a16:creationId xmlns:a16="http://schemas.microsoft.com/office/drawing/2014/main" id="{426BF0D2-5940-44DD-9DB7-13981608BD45}"/>
              </a:ext>
            </a:extLst>
          </p:cNvPr>
          <p:cNvSpPr>
            <a:spLocks xmlns:a="http://schemas.openxmlformats.org/drawingml/2006/main" noGrp="1"/>
          </p:cNvSpPr>
          <p:nvPr/>
        </p:nvSpPr>
        <p:spPr>
          <a:xfrm xmlns:a="http://schemas.openxmlformats.org/drawingml/2006/main">
            <a:off x="3850481" y="2593717"/>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0" name="Text 76">
            <a:extLst xmlns:a="http://schemas.openxmlformats.org/drawingml/2006/main">
              <a:ext uri="{FF2B5EF4-FFF2-40B4-BE49-F238E27FC236}">
                <a16:creationId xmlns:a16="http://schemas.microsoft.com/office/drawing/2014/main" id="{42149A7A-A3FC-452D-AFC9-D27150942E06}"/>
              </a:ext>
            </a:extLst>
          </p:cNvPr>
          <p:cNvSpPr>
            <a:spLocks xmlns:a="http://schemas.openxmlformats.org/drawingml/2006/main" noGrp="1"/>
          </p:cNvSpPr>
          <p:nvPr/>
        </p:nvSpPr>
        <p:spPr>
          <a:xfrm xmlns:a="http://schemas.openxmlformats.org/drawingml/2006/main">
            <a:off x="3809346" y="2603897"/>
            <a:ext cx="421599"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Buscar</a:t>
            </a:r>
            <a:endParaRPr sz="800">
              <a:latin typeface="Arial"/>
              <a:ea typeface="Arial"/>
              <a:cs typeface="Arial"/>
            </a:endParaRPr>
          </a:p>
        </p:txBody>
      </p:sp>
      <p:sp>
        <p:nvSpPr>
          <p:cNvPr id="81" name="Text 77">
            <a:extLst xmlns:a="http://schemas.openxmlformats.org/drawingml/2006/main">
              <a:ext uri="{FF2B5EF4-FFF2-40B4-BE49-F238E27FC236}">
                <a16:creationId xmlns:a16="http://schemas.microsoft.com/office/drawing/2014/main" id="{2F04F631-7245-4D1A-A9AE-DE1454CD98CA}"/>
              </a:ext>
            </a:extLst>
          </p:cNvPr>
          <p:cNvSpPr>
            <a:spLocks xmlns:a="http://schemas.openxmlformats.org/drawingml/2006/main" noGrp="1"/>
          </p:cNvSpPr>
          <p:nvPr/>
        </p:nvSpPr>
        <p:spPr>
          <a:xfrm xmlns:a="http://schemas.openxmlformats.org/drawingml/2006/main">
            <a:off x="4238365" y="2593717"/>
            <a:ext cx="301823"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2" name="Text 78">
            <a:extLst xmlns:a="http://schemas.openxmlformats.org/drawingml/2006/main">
              <a:ext uri="{FF2B5EF4-FFF2-40B4-BE49-F238E27FC236}">
                <a16:creationId xmlns:a16="http://schemas.microsoft.com/office/drawing/2014/main" id="{32A37A6A-5784-424D-99C5-35D428D730A1}"/>
              </a:ext>
            </a:extLst>
          </p:cNvPr>
          <p:cNvSpPr>
            <a:spLocks xmlns:a="http://schemas.openxmlformats.org/drawingml/2006/main" noGrp="1"/>
          </p:cNvSpPr>
          <p:nvPr/>
        </p:nvSpPr>
        <p:spPr>
          <a:xfrm xmlns:a="http://schemas.openxmlformats.org/drawingml/2006/main">
            <a:off x="4209647" y="2603897"/>
            <a:ext cx="359258"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Nuevo</a:t>
            </a:r>
            <a:endParaRPr sz="800">
              <a:latin typeface="Arial"/>
              <a:ea typeface="Arial"/>
              <a:cs typeface="Arial"/>
            </a:endParaRPr>
          </a:p>
        </p:txBody>
      </p:sp>
      <p:sp>
        <p:nvSpPr>
          <p:cNvPr id="83" name="Text 79">
            <a:extLst xmlns:a="http://schemas.openxmlformats.org/drawingml/2006/main">
              <a:ext uri="{FF2B5EF4-FFF2-40B4-BE49-F238E27FC236}">
                <a16:creationId xmlns:a16="http://schemas.microsoft.com/office/drawing/2014/main" id="{563B5FF2-9152-487D-BD29-4AB037FB1E27}"/>
              </a:ext>
            </a:extLst>
          </p:cNvPr>
          <p:cNvSpPr>
            <a:spLocks xmlns:a="http://schemas.openxmlformats.org/drawingml/2006/main" noGrp="1"/>
          </p:cNvSpPr>
          <p:nvPr/>
        </p:nvSpPr>
        <p:spPr>
          <a:xfrm xmlns:a="http://schemas.openxmlformats.org/drawingml/2006/main">
            <a:off x="4588743" y="2593717"/>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4" name="Text 80">
            <a:extLst xmlns:a="http://schemas.openxmlformats.org/drawingml/2006/main">
              <a:ext uri="{FF2B5EF4-FFF2-40B4-BE49-F238E27FC236}">
                <a16:creationId xmlns:a16="http://schemas.microsoft.com/office/drawing/2014/main" id="{0B328094-1685-4766-8154-7A4A5F416D21}"/>
              </a:ext>
            </a:extLst>
          </p:cNvPr>
          <p:cNvSpPr>
            <a:spLocks xmlns:a="http://schemas.openxmlformats.org/drawingml/2006/main" noGrp="1"/>
          </p:cNvSpPr>
          <p:nvPr/>
        </p:nvSpPr>
        <p:spPr>
          <a:xfrm xmlns:a="http://schemas.openxmlformats.org/drawingml/2006/main">
            <a:off x="4547608" y="2603897"/>
            <a:ext cx="421599" cy="156520"/>
          </a:xfrm>
          <a:prstGeom xmlns:a="http://schemas.openxmlformats.org/drawingml/2006/main" prst="rect">
            <a:avLst/>
          </a:prstGeom>
          <a:noFill xmlns:a="http://schemas.openxmlformats.org/drawingml/2006/mai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886"/>
              </a:lnSpc>
              <a:buNone/>
            </a:pPr>
            <a:r>
              <a:rPr sz="800">
                <a:latin typeface="Arial"/>
                <a:ea typeface="Arial"/>
                <a:cs typeface="Arial"/>
              </a:rPr>
              <a:t>Editar</a:t>
            </a:r>
            <a:endParaRPr sz="800">
              <a:latin typeface="Arial"/>
              <a:ea typeface="Arial"/>
              <a:cs typeface="Arial"/>
            </a:endParaRPr>
          </a:p>
        </p:txBody>
      </p:sp>
      <p:sp>
        <p:nvSpPr>
          <p:cNvPr id="85" name="Text 81">
            <a:extLst xmlns:a="http://schemas.openxmlformats.org/drawingml/2006/main">
              <a:ext uri="{FF2B5EF4-FFF2-40B4-BE49-F238E27FC236}">
                <a16:creationId xmlns:a16="http://schemas.microsoft.com/office/drawing/2014/main" id="{B5C1B83B-1108-48EA-92FA-51EEE3AD3787}"/>
              </a:ext>
            </a:extLst>
          </p:cNvPr>
          <p:cNvSpPr>
            <a:spLocks xmlns:a="http://schemas.openxmlformats.org/drawingml/2006/main" noGrp="1"/>
          </p:cNvSpPr>
          <p:nvPr/>
        </p:nvSpPr>
        <p:spPr>
          <a:xfrm xmlns:a="http://schemas.openxmlformats.org/drawingml/2006/main">
            <a:off x="3833908" y="2777669"/>
            <a:ext cx="447485"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6" name="Text 82">
            <a:extLst xmlns:a="http://schemas.openxmlformats.org/drawingml/2006/main">
              <a:ext uri="{FF2B5EF4-FFF2-40B4-BE49-F238E27FC236}">
                <a16:creationId xmlns:a16="http://schemas.microsoft.com/office/drawing/2014/main" id="{6E0E7892-87B1-48AB-A4F7-45E1A940C624}"/>
              </a:ext>
            </a:extLst>
          </p:cNvPr>
          <p:cNvSpPr>
            <a:spLocks xmlns:a="http://schemas.openxmlformats.org/drawingml/2006/main" noGrp="1"/>
          </p:cNvSpPr>
          <p:nvPr/>
        </p:nvSpPr>
        <p:spPr>
          <a:xfrm xmlns:a="http://schemas.openxmlformats.org/drawingml/2006/main">
            <a:off x="3784509" y="2787848"/>
            <a:ext cx="546283"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Eliminar</a:t>
            </a:r>
            <a:endParaRPr sz="800">
              <a:latin typeface="Arial"/>
              <a:ea typeface="Arial"/>
              <a:cs typeface="Arial"/>
            </a:endParaRPr>
          </a:p>
        </p:txBody>
      </p:sp>
      <p:sp>
        <p:nvSpPr>
          <p:cNvPr id="88" name="Text 84">
            <a:extLst xmlns:a="http://schemas.openxmlformats.org/drawingml/2006/main">
              <a:ext uri="{FF2B5EF4-FFF2-40B4-BE49-F238E27FC236}">
                <a16:creationId xmlns:a16="http://schemas.microsoft.com/office/drawing/2014/main" id="{D54A59D5-C6C4-4F8F-9D6C-6C4405AE3AD8}"/>
              </a:ext>
            </a:extLst>
          </p:cNvPr>
          <p:cNvSpPr>
            <a:spLocks xmlns:a="http://schemas.openxmlformats.org/drawingml/2006/main" noGrp="1"/>
          </p:cNvSpPr>
          <p:nvPr/>
        </p:nvSpPr>
        <p:spPr>
          <a:xfrm xmlns:a="http://schemas.openxmlformats.org/drawingml/2006/main">
            <a:off x="5536406" y="2593717"/>
            <a:ext cx="789384"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89" name="Text 85">
            <a:extLst xmlns:a="http://schemas.openxmlformats.org/drawingml/2006/main">
              <a:ext uri="{FF2B5EF4-FFF2-40B4-BE49-F238E27FC236}">
                <a16:creationId xmlns:a16="http://schemas.microsoft.com/office/drawing/2014/main" id="{AD5EF1AE-E755-4074-BE8D-661B04D1554D}"/>
              </a:ext>
            </a:extLst>
          </p:cNvPr>
          <p:cNvSpPr>
            <a:spLocks xmlns:a="http://schemas.openxmlformats.org/drawingml/2006/main" noGrp="1"/>
          </p:cNvSpPr>
          <p:nvPr/>
        </p:nvSpPr>
        <p:spPr>
          <a:xfrm xmlns:a="http://schemas.openxmlformats.org/drawingml/2006/main">
            <a:off x="5536406" y="2603897"/>
            <a:ext cx="789384" cy="1696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Filtrar por estado</a:t>
            </a:r>
            <a:endParaRPr sz="800">
              <a:latin typeface="Arial"/>
              <a:ea typeface="Arial"/>
              <a:cs typeface="Arial"/>
            </a:endParaRPr>
          </a:p>
        </p:txBody>
      </p:sp>
      <p:sp>
        <p:nvSpPr>
          <p:cNvPr id="90" name="Text 86">
            <a:extLst xmlns:a="http://schemas.openxmlformats.org/drawingml/2006/main">
              <a:ext uri="{FF2B5EF4-FFF2-40B4-BE49-F238E27FC236}">
                <a16:creationId xmlns:a16="http://schemas.microsoft.com/office/drawing/2014/main" id="{ED2C7C2C-D89D-4A94-B086-14B6623C4364}"/>
              </a:ext>
            </a:extLst>
          </p:cNvPr>
          <p:cNvSpPr>
            <a:spLocks xmlns:a="http://schemas.openxmlformats.org/drawingml/2006/main" noGrp="1"/>
          </p:cNvSpPr>
          <p:nvPr/>
        </p:nvSpPr>
        <p:spPr>
          <a:xfrm xmlns:a="http://schemas.openxmlformats.org/drawingml/2006/main">
            <a:off x="6374346" y="2593717"/>
            <a:ext cx="301823"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91" name="Text 87">
            <a:extLst xmlns:a="http://schemas.openxmlformats.org/drawingml/2006/main">
              <a:ext uri="{FF2B5EF4-FFF2-40B4-BE49-F238E27FC236}">
                <a16:creationId xmlns:a16="http://schemas.microsoft.com/office/drawing/2014/main" id="{612D38AA-9AF9-450A-9FAB-2F5285E666A0}"/>
              </a:ext>
            </a:extLst>
          </p:cNvPr>
          <p:cNvSpPr>
            <a:spLocks xmlns:a="http://schemas.openxmlformats.org/drawingml/2006/main" noGrp="1"/>
          </p:cNvSpPr>
          <p:nvPr/>
        </p:nvSpPr>
        <p:spPr>
          <a:xfrm xmlns:a="http://schemas.openxmlformats.org/drawingml/2006/main">
            <a:off x="6345629" y="2603897"/>
            <a:ext cx="359258" cy="156520"/>
          </a:xfrm>
          <a:prstGeom xmlns:a="http://schemas.openxmlformats.org/drawingml/2006/main" prst="rect">
            <a:avLst/>
          </a:prstGeom>
          <a:noFill xmlns:a="http://schemas.openxmlformats.org/drawingml/2006/mai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886"/>
              </a:lnSpc>
              <a:buNone/>
            </a:pPr>
            <a:r>
              <a:rPr sz="800">
                <a:latin typeface="Arial"/>
                <a:ea typeface="Arial"/>
                <a:cs typeface="Arial"/>
              </a:rPr>
              <a:t>Nueva</a:t>
            </a:r>
            <a:endParaRPr sz="800">
              <a:latin typeface="Arial"/>
              <a:ea typeface="Arial"/>
              <a:cs typeface="Arial"/>
            </a:endParaRPr>
          </a:p>
        </p:txBody>
      </p:sp>
      <p:sp>
        <p:nvSpPr>
          <p:cNvPr id="92" name="Text 88">
            <a:extLst xmlns:a="http://schemas.openxmlformats.org/drawingml/2006/main">
              <a:ext uri="{FF2B5EF4-FFF2-40B4-BE49-F238E27FC236}">
                <a16:creationId xmlns:a16="http://schemas.microsoft.com/office/drawing/2014/main" id="{AB988098-7A31-471C-86C4-CDA00B32573A}"/>
              </a:ext>
            </a:extLst>
          </p:cNvPr>
          <p:cNvSpPr>
            <a:spLocks xmlns:a="http://schemas.openxmlformats.org/drawingml/2006/main" noGrp="1"/>
          </p:cNvSpPr>
          <p:nvPr/>
        </p:nvSpPr>
        <p:spPr>
          <a:xfrm xmlns:a="http://schemas.openxmlformats.org/drawingml/2006/main">
            <a:off x="5536406" y="2777669"/>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93" name="Text 89">
            <a:extLst xmlns:a="http://schemas.openxmlformats.org/drawingml/2006/main">
              <a:ext uri="{FF2B5EF4-FFF2-40B4-BE49-F238E27FC236}">
                <a16:creationId xmlns:a16="http://schemas.microsoft.com/office/drawing/2014/main" id="{F612CAC7-617D-42A2-A343-2EB797C1609C}"/>
              </a:ext>
            </a:extLst>
          </p:cNvPr>
          <p:cNvSpPr>
            <a:spLocks xmlns:a="http://schemas.openxmlformats.org/drawingml/2006/main" noGrp="1"/>
          </p:cNvSpPr>
          <p:nvPr/>
        </p:nvSpPr>
        <p:spPr>
          <a:xfrm xmlns:a="http://schemas.openxmlformats.org/drawingml/2006/main">
            <a:off x="5495271" y="2787848"/>
            <a:ext cx="421599"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Editar</a:t>
            </a:r>
            <a:endParaRPr sz="800">
              <a:latin typeface="Arial"/>
              <a:ea typeface="Arial"/>
              <a:cs typeface="Arial"/>
            </a:endParaRPr>
          </a:p>
        </p:txBody>
      </p:sp>
      <p:sp>
        <p:nvSpPr>
          <p:cNvPr id="94" name="Text 90">
            <a:extLst xmlns:a="http://schemas.openxmlformats.org/drawingml/2006/main">
              <a:ext uri="{FF2B5EF4-FFF2-40B4-BE49-F238E27FC236}">
                <a16:creationId xmlns:a16="http://schemas.microsoft.com/office/drawing/2014/main" id="{C96673FB-3246-48CD-AC85-DF93265483AF}"/>
              </a:ext>
            </a:extLst>
          </p:cNvPr>
          <p:cNvSpPr>
            <a:spLocks xmlns:a="http://schemas.openxmlformats.org/drawingml/2006/main" noGrp="1"/>
          </p:cNvSpPr>
          <p:nvPr/>
        </p:nvSpPr>
        <p:spPr>
          <a:xfrm xmlns:a="http://schemas.openxmlformats.org/drawingml/2006/main">
            <a:off x="5924290" y="2777669"/>
            <a:ext cx="41433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95" name="Text 91">
            <a:extLst xmlns:a="http://schemas.openxmlformats.org/drawingml/2006/main">
              <a:ext uri="{FF2B5EF4-FFF2-40B4-BE49-F238E27FC236}">
                <a16:creationId xmlns:a16="http://schemas.microsoft.com/office/drawing/2014/main" id="{703B70D3-ABC9-4ACD-917F-D56AC3B5D7F7}"/>
              </a:ext>
            </a:extLst>
          </p:cNvPr>
          <p:cNvSpPr>
            <a:spLocks xmlns:a="http://schemas.openxmlformats.org/drawingml/2006/main" noGrp="1"/>
          </p:cNvSpPr>
          <p:nvPr/>
        </p:nvSpPr>
        <p:spPr>
          <a:xfrm xmlns:a="http://schemas.openxmlformats.org/drawingml/2006/main">
            <a:off x="5858317" y="2787848"/>
            <a:ext cx="546283"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Eliminar</a:t>
            </a:r>
            <a:endParaRPr sz="800">
              <a:latin typeface="Arial"/>
              <a:ea typeface="Arial"/>
              <a:cs typeface="Arial"/>
            </a:endParaRPr>
          </a:p>
        </p:txBody>
      </p:sp>
      <p:sp>
        <p:nvSpPr>
          <p:cNvPr id="97" name="Text 93">
            <a:extLst xmlns:a="http://schemas.openxmlformats.org/drawingml/2006/main">
              <a:ext uri="{FF2B5EF4-FFF2-40B4-BE49-F238E27FC236}">
                <a16:creationId xmlns:a16="http://schemas.microsoft.com/office/drawing/2014/main" id="{92859768-6597-4074-8A3E-4B180C9BF572}"/>
              </a:ext>
            </a:extLst>
          </p:cNvPr>
          <p:cNvSpPr>
            <a:spLocks xmlns:a="http://schemas.openxmlformats.org/drawingml/2006/main" noGrp="1"/>
          </p:cNvSpPr>
          <p:nvPr/>
        </p:nvSpPr>
        <p:spPr>
          <a:xfrm xmlns:a="http://schemas.openxmlformats.org/drawingml/2006/main">
            <a:off x="7222331" y="2593717"/>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98" name="Text 94">
            <a:extLst xmlns:a="http://schemas.openxmlformats.org/drawingml/2006/main">
              <a:ext uri="{FF2B5EF4-FFF2-40B4-BE49-F238E27FC236}">
                <a16:creationId xmlns:a16="http://schemas.microsoft.com/office/drawing/2014/main" id="{F49D24C0-F854-4590-9ECA-29DE48D4519D}"/>
              </a:ext>
            </a:extLst>
          </p:cNvPr>
          <p:cNvSpPr>
            <a:spLocks xmlns:a="http://schemas.openxmlformats.org/drawingml/2006/main" noGrp="1"/>
          </p:cNvSpPr>
          <p:nvPr/>
        </p:nvSpPr>
        <p:spPr>
          <a:xfrm xmlns:a="http://schemas.openxmlformats.org/drawingml/2006/main">
            <a:off x="7181196" y="2603897"/>
            <a:ext cx="421599"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Buscar</a:t>
            </a:r>
            <a:endParaRPr sz="800">
              <a:latin typeface="Arial"/>
              <a:ea typeface="Arial"/>
              <a:cs typeface="Arial"/>
            </a:endParaRPr>
          </a:p>
        </p:txBody>
      </p:sp>
      <p:sp>
        <p:nvSpPr>
          <p:cNvPr id="99" name="Text 95">
            <a:extLst xmlns:a="http://schemas.openxmlformats.org/drawingml/2006/main">
              <a:ext uri="{FF2B5EF4-FFF2-40B4-BE49-F238E27FC236}">
                <a16:creationId xmlns:a16="http://schemas.microsoft.com/office/drawing/2014/main" id="{181E6F4E-035D-4B9F-98BB-605905FE9D32}"/>
              </a:ext>
            </a:extLst>
          </p:cNvPr>
          <p:cNvSpPr>
            <a:spLocks xmlns:a="http://schemas.openxmlformats.org/drawingml/2006/main" noGrp="1"/>
          </p:cNvSpPr>
          <p:nvPr/>
        </p:nvSpPr>
        <p:spPr>
          <a:xfrm xmlns:a="http://schemas.openxmlformats.org/drawingml/2006/main">
            <a:off x="7610215" y="2593717"/>
            <a:ext cx="639366"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00" name="Text 96">
            <a:extLst xmlns:a="http://schemas.openxmlformats.org/drawingml/2006/main">
              <a:ext uri="{FF2B5EF4-FFF2-40B4-BE49-F238E27FC236}">
                <a16:creationId xmlns:a16="http://schemas.microsoft.com/office/drawing/2014/main" id="{3C278DF6-DB51-47DE-AEF2-6931F1682E3F}"/>
              </a:ext>
            </a:extLst>
          </p:cNvPr>
          <p:cNvSpPr>
            <a:spLocks xmlns:a="http://schemas.openxmlformats.org/drawingml/2006/main" noGrp="1"/>
          </p:cNvSpPr>
          <p:nvPr/>
        </p:nvSpPr>
        <p:spPr>
          <a:xfrm xmlns:a="http://schemas.openxmlformats.org/drawingml/2006/main">
            <a:off x="7610215" y="2603897"/>
            <a:ext cx="639366"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Nuevo registro</a:t>
            </a:r>
            <a:endParaRPr sz="800">
              <a:latin typeface="Arial"/>
              <a:ea typeface="Arial"/>
              <a:cs typeface="Arial"/>
            </a:endParaRPr>
          </a:p>
        </p:txBody>
      </p:sp>
      <p:sp>
        <p:nvSpPr>
          <p:cNvPr id="101" name="Text 97">
            <a:extLst xmlns:a="http://schemas.openxmlformats.org/drawingml/2006/main">
              <a:ext uri="{FF2B5EF4-FFF2-40B4-BE49-F238E27FC236}">
                <a16:creationId xmlns:a16="http://schemas.microsoft.com/office/drawing/2014/main" id="{21388135-D5D3-4D67-8D2A-13B6C6F528A3}"/>
              </a:ext>
            </a:extLst>
          </p:cNvPr>
          <p:cNvSpPr>
            <a:spLocks xmlns:a="http://schemas.openxmlformats.org/drawingml/2006/main" noGrp="1"/>
          </p:cNvSpPr>
          <p:nvPr/>
        </p:nvSpPr>
        <p:spPr>
          <a:xfrm xmlns:a="http://schemas.openxmlformats.org/drawingml/2006/main">
            <a:off x="8298135" y="2593717"/>
            <a:ext cx="226814"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02" name="Text 98">
            <a:extLst xmlns:a="http://schemas.openxmlformats.org/drawingml/2006/main">
              <a:ext uri="{FF2B5EF4-FFF2-40B4-BE49-F238E27FC236}">
                <a16:creationId xmlns:a16="http://schemas.microsoft.com/office/drawing/2014/main" id="{8EE0398F-35D1-4BB4-8CE8-36D1B0CFC9FB}"/>
              </a:ext>
            </a:extLst>
          </p:cNvPr>
          <p:cNvSpPr>
            <a:spLocks xmlns:a="http://schemas.openxmlformats.org/drawingml/2006/main" noGrp="1"/>
          </p:cNvSpPr>
          <p:nvPr/>
        </p:nvSpPr>
        <p:spPr>
          <a:xfrm xmlns:a="http://schemas.openxmlformats.org/drawingml/2006/main">
            <a:off x="8294255" y="2603897"/>
            <a:ext cx="234574" cy="156520"/>
          </a:xfrm>
          <a:prstGeom xmlns:a="http://schemas.openxmlformats.org/drawingml/2006/main" prst="rect">
            <a:avLst/>
          </a:prstGeom>
          <a:noFill xmlns:a="http://schemas.openxmlformats.org/drawingml/2006/mai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886"/>
              </a:lnSpc>
              <a:buNone/>
            </a:pPr>
            <a:r>
              <a:rPr sz="800">
                <a:latin typeface="Arial"/>
                <a:ea typeface="Arial"/>
                <a:cs typeface="Arial"/>
              </a:rPr>
              <a:t>Ver</a:t>
            </a:r>
            <a:endParaRPr sz="800">
              <a:latin typeface="Arial"/>
              <a:ea typeface="Arial"/>
              <a:cs typeface="Arial"/>
            </a:endParaRPr>
          </a:p>
        </p:txBody>
      </p:sp>
      <p:sp>
        <p:nvSpPr>
          <p:cNvPr id="103" name="Text 99">
            <a:extLst xmlns:a="http://schemas.openxmlformats.org/drawingml/2006/main">
              <a:ext uri="{FF2B5EF4-FFF2-40B4-BE49-F238E27FC236}">
                <a16:creationId xmlns:a16="http://schemas.microsoft.com/office/drawing/2014/main" id="{A2E8E504-2C50-482A-805F-7B8BBE12CF7A}"/>
              </a:ext>
            </a:extLst>
          </p:cNvPr>
          <p:cNvSpPr>
            <a:spLocks xmlns:a="http://schemas.openxmlformats.org/drawingml/2006/main" noGrp="1"/>
          </p:cNvSpPr>
          <p:nvPr/>
        </p:nvSpPr>
        <p:spPr>
          <a:xfrm xmlns:a="http://schemas.openxmlformats.org/drawingml/2006/main">
            <a:off x="7222331" y="2777669"/>
            <a:ext cx="33932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04" name="Text 100">
            <a:extLst xmlns:a="http://schemas.openxmlformats.org/drawingml/2006/main">
              <a:ext uri="{FF2B5EF4-FFF2-40B4-BE49-F238E27FC236}">
                <a16:creationId xmlns:a16="http://schemas.microsoft.com/office/drawing/2014/main" id="{5A72DCD8-0605-4E60-B30C-5C137E8250CB}"/>
              </a:ext>
            </a:extLst>
          </p:cNvPr>
          <p:cNvSpPr>
            <a:spLocks xmlns:a="http://schemas.openxmlformats.org/drawingml/2006/main" noGrp="1"/>
          </p:cNvSpPr>
          <p:nvPr/>
        </p:nvSpPr>
        <p:spPr>
          <a:xfrm xmlns:a="http://schemas.openxmlformats.org/drawingml/2006/main">
            <a:off x="7181196" y="2787848"/>
            <a:ext cx="421599"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Editar</a:t>
            </a:r>
            <a:endParaRPr sz="800">
              <a:latin typeface="Arial"/>
              <a:ea typeface="Arial"/>
              <a:cs typeface="Arial"/>
            </a:endParaRPr>
          </a:p>
        </p:txBody>
      </p:sp>
      <p:sp>
        <p:nvSpPr>
          <p:cNvPr id="105" name="Text 101">
            <a:extLst xmlns:a="http://schemas.openxmlformats.org/drawingml/2006/main">
              <a:ext uri="{FF2B5EF4-FFF2-40B4-BE49-F238E27FC236}">
                <a16:creationId xmlns:a16="http://schemas.microsoft.com/office/drawing/2014/main" id="{96948646-8926-43A4-980F-E0660516B0E5}"/>
              </a:ext>
            </a:extLst>
          </p:cNvPr>
          <p:cNvSpPr>
            <a:spLocks xmlns:a="http://schemas.openxmlformats.org/drawingml/2006/main" noGrp="1"/>
          </p:cNvSpPr>
          <p:nvPr/>
        </p:nvSpPr>
        <p:spPr>
          <a:xfrm xmlns:a="http://schemas.openxmlformats.org/drawingml/2006/main">
            <a:off x="7610215" y="2777669"/>
            <a:ext cx="414338" cy="190024"/>
          </a:xfrm>
          <a:prstGeom xmlns:a="http://schemas.openxmlformats.org/drawingml/2006/main" prst="roundRect">
            <a:avLst>
              <a:gd name="adj" fmla="val 30075"/>
            </a:avLst>
          </a:prstGeom>
          <a:solidFill xmlns:a="http://schemas.openxmlformats.org/drawingml/2006/main">
            <a:srgbClr val="38BDF8">
              <a:alpha val="7000"/>
            </a:srgbClr>
          </a:solidFill>
          <a:ln xmlns:a="http://schemas.openxmlformats.org/drawingml/2006/main" w="7144">
            <a:solidFill>
              <a:srgbClr val="38BDF8"/>
            </a:solidFill>
            <a:prstDash val="solid"/>
          </a:ln>
        </p:spPr>
        <p:txBody>
          <a:bodyPr xmlns:a="http://schemas.openxmlformats.org/drawingml/2006/main" wrap="square" anchor="ctr"/>
          <a:lstStyle xmlns:a="http://schemas.openxmlformats.org/drawingml/2006/main"/>
          <a:p xmlns:a="http://schemas.openxmlformats.org/drawingml/2006/main">
            <a:pPr marL="0" indent="0">
              <a:buNone/>
            </a:pPr>
            <a:endParaRPr>
              <a:latin typeface="Arial"/>
              <a:ea typeface="Arial"/>
              <a:cs typeface="Arial"/>
            </a:endParaRPr>
          </a:p>
        </p:txBody>
      </p:sp>
      <p:sp>
        <p:nvSpPr>
          <p:cNvPr id="106" name="Text 102">
            <a:extLst xmlns:a="http://schemas.openxmlformats.org/drawingml/2006/main">
              <a:ext uri="{FF2B5EF4-FFF2-40B4-BE49-F238E27FC236}">
                <a16:creationId xmlns:a16="http://schemas.microsoft.com/office/drawing/2014/main" id="{152D4C46-8CA6-4089-BDF6-B90C5870153A}"/>
              </a:ext>
            </a:extLst>
          </p:cNvPr>
          <p:cNvSpPr>
            <a:spLocks xmlns:a="http://schemas.openxmlformats.org/drawingml/2006/main" noGrp="1"/>
          </p:cNvSpPr>
          <p:nvPr/>
        </p:nvSpPr>
        <p:spPr>
          <a:xfrm xmlns:a="http://schemas.openxmlformats.org/drawingml/2006/main">
            <a:off x="7544242" y="2787848"/>
            <a:ext cx="546283" cy="16966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ts val="886"/>
              </a:lnSpc>
              <a:buNone/>
            </a:pPr>
            <a:r>
              <a:rPr sz="800">
                <a:latin typeface="Arial"/>
                <a:ea typeface="Arial"/>
                <a:cs typeface="Arial"/>
              </a:rPr>
              <a:t>Eliminar</a:t>
            </a:r>
            <a:endParaRPr sz="800">
              <a:latin typeface="Arial"/>
              <a:ea typeface="Arial"/>
              <a:cs typeface="Arial"/>
            </a:endParaRPr>
          </a:p>
        </p:txBody>
      </p:sp>
      <p:sp>
        <p:nvSpPr>
          <p:cNvPr id="108" name="Text 104">
            <a:extLst xmlns:a="http://schemas.openxmlformats.org/drawingml/2006/main">
              <a:ext uri="{FF2B5EF4-FFF2-40B4-BE49-F238E27FC236}">
                <a16:creationId xmlns:a16="http://schemas.microsoft.com/office/drawing/2014/main" id="{D60E2DC1-4112-49EF-9344-6B7805DFDF8B}"/>
              </a:ext>
            </a:extLst>
          </p:cNvPr>
          <p:cNvSpPr>
            <a:spLocks xmlns:a="http://schemas.openxmlformats.org/drawingml/2006/main" noGrp="1"/>
          </p:cNvSpPr>
          <p:nvPr/>
        </p:nvSpPr>
        <p:spPr>
          <a:xfrm xmlns:a="http://schemas.openxmlformats.org/drawingml/2006/main">
            <a:off x="521494" y="3200400"/>
            <a:ext cx="8101013" cy="1618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266"/>
              </a:lnSpc>
              <a:buNone/>
            </a:pPr>
            <a:r>
              <a:rPr sz="844" b="1" spc="17">
                <a:latin typeface="Arial"/>
                <a:ea typeface="Arial"/>
                <a:cs typeface="Arial"/>
              </a:rPr>
              <a:t>Recorridos principales</a:t>
            </a:r>
            <a:endParaRPr sz="844">
              <a:latin typeface="Arial"/>
              <a:ea typeface="Arial"/>
              <a:cs typeface="Arial"/>
            </a:endParaRPr>
          </a:p>
        </p:txBody>
      </p:sp>
      <p:graphicFrame>
        <p:nvGraphicFramePr>
          <p:cNvPr id="109" name="Table 0">
            <a:extLst xmlns:a="http://schemas.openxmlformats.org/drawingml/2006/main">
              <a:ext uri="{FF2B5EF4-FFF2-40B4-BE49-F238E27FC236}">
                <a16:creationId xmlns:a16="http://schemas.microsoft.com/office/drawing/2014/main" id="{0FE79CFC-A5E5-43C7-9FF6-6BD9DF47AD44}"/>
              </a:ext>
            </a:extLst>
          </p:cNvPr>
          <p:cNvGraphicFramePr/>
          <p:nvPr/>
        </p:nvGraphicFramePr>
        <p:xfrm>
          <a:off xmlns:a="http://schemas.openxmlformats.org/drawingml/2006/main" x="521494" y="3389709"/>
          <a:ext xmlns:a="http://schemas.openxmlformats.org/drawingml/2006/main" cx="8101013" cy="1381606"/>
        </p:xfrm>
        <a:graphic xmlns:a="http://schemas.openxmlformats.org/drawingml/2006/main">
          <a:graphicData uri="http://schemas.openxmlformats.org/drawingml/2006/table">
            <a:tbl>
              <a:tblPr/>
              <a:tblGrid>
                <a:gridCol w="1782142"/>
                <a:gridCol w="3402323"/>
                <a:gridCol w="2916548"/>
              </a:tblGrid>
              <a:tr h="0">
                <a:tc>
                  <a:txBody>
                    <a:bodyPr/>
                    <a:lstStyle/>
                    <a:p>
                      <a:pPr marL="0" indent="0" algn="l">
                        <a:buNone/>
                      </a:pPr>
                      <a:r>
                        <a:rPr sz="800" b="1">
                          <a:solidFill>
                            <a:schemeClr val="tx1"/>
                          </a:solidFill>
                          <a:latin typeface="Carlito"/>
                          <a:ea typeface="Carlito"/>
                          <a:cs typeface="Carlito"/>
                        </a:rPr>
                        <a:t>Origen</a:t>
                      </a:r>
                      <a:endParaRPr sz="800">
                        <a:solidFill>
                          <a:schemeClr val="tx1"/>
                        </a:solidFill>
                        <a:latin typeface="Carlito"/>
                        <a:ea typeface="Carlito"/>
                        <a:cs typeface="Carlito"/>
                      </a:endParaRPr>
                    </a:p>
                  </a:txBody>
                  <a:tcPr marL="42863" marR="71438" marT="71438"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800" b="1">
                          <a:solidFill>
                            <a:schemeClr val="tx1"/>
                          </a:solidFill>
                          <a:latin typeface="Carlito"/>
                          <a:ea typeface="Carlito"/>
                          <a:cs typeface="Carlito"/>
                        </a:rPr>
                        <a:t>Acción</a:t>
                      </a:r>
                      <a:endParaRPr sz="800">
                        <a:solidFill>
                          <a:schemeClr val="tx1"/>
                        </a:solidFill>
                        <a:latin typeface="Carlito"/>
                        <a:ea typeface="Carlito"/>
                        <a:cs typeface="Carlito"/>
                      </a:endParaRPr>
                    </a:p>
                  </a:txBody>
                  <a:tcPr marL="42863" marR="71438" marT="71438"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c>
                  <a:txBody>
                    <a:bodyPr/>
                    <a:lstStyle/>
                    <a:p>
                      <a:pPr marL="0" indent="0" algn="l">
                        <a:buNone/>
                      </a:pPr>
                      <a:r>
                        <a:rPr sz="800" b="1">
                          <a:solidFill>
                            <a:schemeClr val="tx1"/>
                          </a:solidFill>
                          <a:latin typeface="Carlito"/>
                          <a:ea typeface="Carlito"/>
                          <a:cs typeface="Carlito"/>
                        </a:rPr>
                        <a:t>Destino</a:t>
                      </a:r>
                      <a:endParaRPr sz="800">
                        <a:solidFill>
                          <a:schemeClr val="tx1"/>
                        </a:solidFill>
                        <a:latin typeface="Carlito"/>
                        <a:ea typeface="Carlito"/>
                        <a:cs typeface="Carlito"/>
                      </a:endParaRPr>
                    </a:p>
                  </a:txBody>
                  <a:tcPr marL="42863" marR="71438" marT="71438" marB="42863"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solidFill>
                      <a:srgbClr val="06B6D4">
                        <a:alpha val="10000"/>
                      </a:srgbClr>
                    </a:solidFill>
                  </a:tcPr>
                </a:tc>
              </a:tr>
              <a:tr h="0">
                <a:tc>
                  <a:txBody>
                    <a:bodyPr/>
                    <a:lstStyle/>
                    <a:p>
                      <a:pPr marL="0" indent="0" algn="l">
                        <a:buNone/>
                      </a:pPr>
                      <a:r>
                        <a:rPr sz="800">
                          <a:solidFill>
                            <a:schemeClr val="tx1"/>
                          </a:solidFill>
                          <a:latin typeface="Carlito"/>
                          <a:ea typeface="Carlito"/>
                          <a:cs typeface="Carlito"/>
                        </a:rPr>
                        <a:t>Login</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Ingresar</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Dashboard</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Listados</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Botón 'Nuevo…' / icono editar / icono eliminar</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Formulario nuevo / de edición / modal de confirmación</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Pacientes</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Buscar</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Listado filtrado</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Historial clínico</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Icono ver</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Detalle de la consulta (solo lectura)</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r h="0">
                <a:tc>
                  <a:txBody>
                    <a:bodyPr/>
                    <a:lstStyle/>
                    <a:p>
                      <a:pPr marL="0" indent="0" algn="l">
                        <a:buNone/>
                      </a:pPr>
                      <a:r>
                        <a:rPr sz="800">
                          <a:solidFill>
                            <a:schemeClr val="tx1"/>
                          </a:solidFill>
                          <a:latin typeface="Carlito"/>
                          <a:ea typeface="Carlito"/>
                          <a:cs typeface="Carlito"/>
                        </a:rPr>
                        <a:t>Cualquier pantalla</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Cerrar sesión</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c>
                  <a:txBody>
                    <a:bodyPr/>
                    <a:lstStyle/>
                    <a:p>
                      <a:pPr marL="0" indent="0" algn="l">
                        <a:buNone/>
                      </a:pPr>
                      <a:r>
                        <a:rPr sz="800">
                          <a:solidFill>
                            <a:schemeClr val="tx1"/>
                          </a:solidFill>
                          <a:latin typeface="Carlito"/>
                          <a:ea typeface="Carlito"/>
                          <a:cs typeface="Carlito"/>
                        </a:rPr>
                        <a:t>Login</a:t>
                      </a:r>
                      <a:endParaRPr sz="800">
                        <a:solidFill>
                          <a:schemeClr val="tx1"/>
                        </a:solidFill>
                        <a:latin typeface="Carlito"/>
                        <a:ea typeface="Carlito"/>
                        <a:cs typeface="Carlito"/>
                      </a:endParaRPr>
                    </a:p>
                  </a:txBody>
                  <a:tcPr marL="35719" marR="71438" marT="71438" marB="35719" anchor="ctr">
                    <a:lnL w="6350" cmpd="sng">
                      <a:solidFill>
                        <a:srgbClr val="1E3A5F"/>
                      </a:solidFill>
                      <a:prstDash val="solid"/>
                    </a:lnL>
                    <a:lnR w="6350" cmpd="sng">
                      <a:solidFill>
                        <a:srgbClr val="1E3A5F"/>
                      </a:solidFill>
                      <a:prstDash val="solid"/>
                    </a:lnR>
                    <a:lnT w="6350" cmpd="sng">
                      <a:solidFill>
                        <a:srgbClr val="1E3A5F"/>
                      </a:solidFill>
                      <a:prstDash val="solid"/>
                    </a:lnT>
                    <a:lnB w="6350" cmpd="sng">
                      <a:solidFill>
                        <a:srgbClr val="1E3A5F"/>
                      </a:solidFill>
                      <a:prstDash val="solid"/>
                    </a:lnB>
                  </a:tcPr>
                </a:tc>
              </a:tr>
            </a:tbl>
          </a:graphicData>
        </a:graphic>
      </p:graphicFrame>
    </p:spTree>
    <p:extLst>
      <p:ext uri="{BB962C8B-B14F-4D97-AF65-F5344CB8AC3E}">
        <p14:creationId xmlns:p14="http://schemas.microsoft.com/office/powerpoint/2010/main" val="9647549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088FC9B4-1EF1-4B1C-8C1F-D5E3F9834A6F}"/>
              </a:ext>
            </a:extLst>
          </p:cNvPr>
          <p:cNvSpPr>
            <a:spLocks xmlns:a="http://schemas.openxmlformats.org/drawingml/2006/main" noGrp="1"/>
          </p:cNvSpPr>
          <p:nvPr/>
        </p:nvSpPr>
        <p:spPr>
          <a:xfrm xmlns:a="http://schemas.openxmlformats.org/drawingml/2006/main">
            <a:off x="471487" y="223867"/>
            <a:ext cx="8281987" cy="452431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el mapa de navegación muestra cómo se desplaza el usuario por el sistema.</a:t>
            </a:r>
          </a:p>
          <a:p xmlns:a="http://schemas.openxmlformats.org/drawingml/2006/main">
            <a:pPr algn="just">
              <a:buNone/>
            </a:pPr>
            <a:r>
              <a:t>El recorrido comienza en el </a:t>
            </a:r>
            <a:r>
              <a:t>Login</a:t>
            </a:r>
            <a:r>
              <a:t> y, después de una autenticación válida, continúa hacia el Dashboard.</a:t>
            </a:r>
          </a:p>
          <a:p xmlns:a="http://schemas.openxmlformats.org/drawingml/2006/main">
            <a:pPr algn="just">
              <a:buNone/>
            </a:pPr>
            <a:endParaRPr/>
          </a:p>
          <a:p xmlns:a="http://schemas.openxmlformats.org/drawingml/2006/main">
            <a:pPr algn="just">
              <a:buNone/>
            </a:pPr>
            <a:r>
              <a:t>Desde allí, el usuario puede acceder a Dashboard, Pacientes, Doctores, Citas médicas e Historial clínico mediante la barra lateral.</a:t>
            </a:r>
          </a:p>
          <a:p xmlns:a="http://schemas.openxmlformats.org/drawingml/2006/main">
            <a:pPr algn="just">
              <a:buNone/>
            </a:pPr>
            <a:endParaRPr/>
          </a:p>
          <a:p xmlns:a="http://schemas.openxmlformats.org/drawingml/2006/main">
            <a:pPr algn="just">
              <a:buNone/>
            </a:pPr>
            <a:r>
              <a:t>Cada módulo cuenta con opciones para crear, editar y eliminar registros. Además, Pacientes y Doctores tienen buscadores, mientras que Citas permite filtrar por estado.</a:t>
            </a:r>
          </a:p>
          <a:p xmlns:a="http://schemas.openxmlformats.org/drawingml/2006/main">
            <a:pPr algn="just">
              <a:buNone/>
            </a:pPr>
            <a:endParaRPr/>
          </a:p>
          <a:p xmlns:a="http://schemas.openxmlformats.org/drawingml/2006/main">
            <a:pPr algn="just">
              <a:buNone/>
            </a:pPr>
            <a:r>
              <a:t>Finalmente, Historial clínico incluye la opción de visualizar el detalle de una consulta y Cerrar sesión permite regresar al </a:t>
            </a:r>
            <a:r>
              <a:t>Login</a:t>
            </a:r>
            <a:r>
              <a:t>.</a:t>
            </a:r>
          </a:p>
          <a:p xmlns:a="http://schemas.openxmlformats.org/drawingml/2006/main">
            <a:pPr algn="just">
              <a:buNone/>
            </a:pPr>
            <a:endParaRPr/>
          </a:p>
          <a:p xmlns:a="http://schemas.openxmlformats.org/drawingml/2006/main">
            <a:pPr algn="just">
              <a:buNone/>
            </a:pPr>
            <a:r>
              <a:t>De esta manera, todas las pantallas están conectadas y el usuario tiene un recorrido claro.</a:t>
            </a:r>
            <a:endParaRPr/>
          </a:p>
        </p:txBody>
      </p:sp>
    </p:spTree>
    <p:extLst>
      <p:ext uri="{BB962C8B-B14F-4D97-AF65-F5344CB8AC3E}">
        <p14:creationId xmlns:p14="http://schemas.microsoft.com/office/powerpoint/2010/main" val="269115892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 name="02-login-error.png">
            <a:extLst xmlns:a="http://schemas.openxmlformats.org/drawingml/2006/main">
              <a:ext uri="{FF2B5EF4-FFF2-40B4-BE49-F238E27FC236}">
                <a16:creationId xmlns:a16="http://schemas.microsoft.com/office/drawing/2014/main" id="{2BFFA790-F0D4-4C10-BB1C-5A8F2A27432A}"/>
              </a:ext>
            </a:extLst>
          </p:cNvPr>
          <p:cNvPicPr>
            <a:picLocks xmlns:a="http://schemas.openxmlformats.org/drawingml/2006/main" noChangeAspect="1"/>
          </p:cNvPicPr>
          <p:nvPr/>
        </p:nvPicPr>
        <p:blipFill>
          <a:blip xmlns:r="http://schemas.openxmlformats.org/officeDocument/2006/relationships" xmlns:a="http://schemas.openxmlformats.org/drawingml/2006/main" r:embed="Ra861f7a73cc144cb"/>
          <a:srcRect xmlns:a="http://schemas.openxmlformats.org/drawingml/2006/main" l="0" t="0" r="0" b="0"/>
          <a:stretch xmlns:a="http://schemas.openxmlformats.org/drawingml/2006/main">
            <a:fillRect l="0" t="0" r="0" b="0"/>
          </a:stretch>
        </p:blipFill>
        <p:spPr>
          <a:xfrm xmlns:a="http://schemas.openxmlformats.org/drawingml/2006/main">
            <a:off x="2352673" y="180975"/>
            <a:ext cx="4262438" cy="3314700"/>
          </a:xfrm>
          <a:prstGeom xmlns:a="http://schemas.openxmlformats.org/drawingml/2006/main" prst="rect">
            <a:avLst/>
          </a:prstGeom>
        </p:spPr>
      </p:pic>
      <p:graphicFrame>
        <p:nvGraphicFramePr>
          <p:cNvPr id="3" name="Tabla 2">
            <a:extLst xmlns:a="http://schemas.openxmlformats.org/drawingml/2006/main">
              <a:ext uri="{FF2B5EF4-FFF2-40B4-BE49-F238E27FC236}">
                <a16:creationId xmlns:a16="http://schemas.microsoft.com/office/drawing/2014/main" id="{76920923-0E41-4E49-AABF-97A85ED5D8A5}"/>
              </a:ext>
            </a:extLst>
          </p:cNvPr>
          <p:cNvGraphicFramePr/>
          <p:nvPr/>
        </p:nvGraphicFramePr>
        <p:xfrm>
          <a:off xmlns:a="http://schemas.openxmlformats.org/drawingml/2006/main" x="1500186" y="3630358"/>
          <a:ext xmlns:a="http://schemas.openxmlformats.org/drawingml/2006/main" cx="6291263" cy="968885"/>
        </p:xfrm>
        <a:graphic xmlns:a="http://schemas.openxmlformats.org/drawingml/2006/main">
          <a:graphicData uri="http://schemas.openxmlformats.org/drawingml/2006/table">
            <a:tbl>
              <a:tblPr>
                <a:tableStyleId>{5C22544A-7EE6-4342-B048-85BDC9FD1C3A}</a:tableStyleId>
              </a:tblPr>
              <a:tblGrid>
                <a:gridCol w="1110031"/>
                <a:gridCol w="5181232"/>
              </a:tblGrid>
              <a:tr h="239670">
                <a:tc>
                  <a:txBody>
                    <a:bodyPr/>
                    <a:lstStyle/>
                    <a:p>
                      <a:pPr algn="l">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Mostrar el error cuando el usuario o la contraseña no son válidos.</a:t>
                      </a:r>
                      <a:endParaRPr sz="1200">
                        <a:latin typeface="Times New Roman"/>
                        <a:ea typeface="Times New Roman"/>
                        <a:cs typeface="Times New Roman"/>
                      </a:endParaRPr>
                    </a:p>
                  </a:txBody>
                  <a:tcPr marL="68580" marR="68580" marT="0" marB="0"/>
                </a:tc>
              </a:tr>
              <a:tr h="489545">
                <a:tc>
                  <a:txBody>
                    <a:bodyPr/>
                    <a:lstStyle/>
                    <a:p>
                      <a:pPr algn="l">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Misma pantalla anterior, con el mensaje en rojo "Usuario o contraseña incorrectos." debajo del campo Contraseña.</a:t>
                      </a:r>
                      <a:endParaRPr sz="1200">
                        <a:latin typeface="Times New Roman"/>
                        <a:ea typeface="Times New Roman"/>
                        <a:cs typeface="Times New Roman"/>
                      </a:endParaRPr>
                    </a:p>
                  </a:txBody>
                  <a:tcPr marL="68580" marR="68580" marT="0" marB="0"/>
                </a:tc>
              </a:tr>
              <a:tr h="239670">
                <a:tc>
                  <a:txBody>
                    <a:bodyPr/>
                    <a:lstStyle/>
                    <a:p>
                      <a:pPr algn="l">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Ingresar (en el prototipo vuelve a abrir el Dashboard)</a:t>
                      </a:r>
                      <a:endParaRPr sz="1200">
                        <a:latin typeface="Times New Roman"/>
                        <a:ea typeface="Times New Roman"/>
                        <a:cs typeface="Times New Roman"/>
                      </a:endParaRPr>
                    </a:p>
                  </a:txBody>
                  <a:tcPr marL="68580" marR="68580" marT="0" marB="0"/>
                </a:tc>
              </a:tr>
            </a:tbl>
          </a:graphicData>
        </a:graphic>
      </p:graphicFrame>
      <p:sp>
        <p:nvSpPr>
          <p:cNvPr id="4" name="Text 31">
            <a:extLst xmlns:a="http://schemas.openxmlformats.org/drawingml/2006/main">
              <a:ext uri="{FF2B5EF4-FFF2-40B4-BE49-F238E27FC236}">
                <a16:creationId xmlns:a16="http://schemas.microsoft.com/office/drawing/2014/main" id="{BF4E8C45-D109-424B-94B3-876C506AEA69}"/>
              </a:ext>
            </a:extLst>
          </p:cNvPr>
          <p:cNvSpPr>
            <a:spLocks xmlns:a="http://schemas.openxmlformats.org/drawingml/2006/main" noGrp="1"/>
          </p:cNvSpPr>
          <p:nvPr/>
        </p:nvSpPr>
        <p:spPr>
          <a:xfrm xmlns:a="http://schemas.openxmlformats.org/drawingml/2006/main">
            <a:off x="400050" y="293943"/>
            <a:ext cx="1790700" cy="1219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75"/>
              </a:lnSpc>
              <a:buNone/>
            </a:pPr>
            <a:r>
              <a:rPr sz="2250" b="1" spc="-34">
                <a:latin typeface="Arial"/>
                <a:ea typeface="Arial"/>
                <a:cs typeface="Arial"/>
              </a:rPr>
              <a:t>Prototipo de referencia</a:t>
            </a:r>
            <a:endParaRPr sz="2250">
              <a:latin typeface="Arial"/>
              <a:ea typeface="Arial"/>
              <a:cs typeface="Arial"/>
            </a:endParaRPr>
          </a:p>
        </p:txBody>
      </p:sp>
      <p:sp>
        <p:nvSpPr>
          <p:cNvPr id="6" name="CuadroTexto 5">
            <a:extLst xmlns:a="http://schemas.openxmlformats.org/drawingml/2006/main">
              <a:ext uri="{FF2B5EF4-FFF2-40B4-BE49-F238E27FC236}">
                <a16:creationId xmlns:a16="http://schemas.microsoft.com/office/drawing/2014/main" id="{089D8375-4CB2-4871-8916-041669A89733}"/>
              </a:ext>
            </a:extLst>
          </p:cNvPr>
          <p:cNvSpPr>
            <a:spLocks xmlns:a="http://schemas.openxmlformats.org/drawingml/2006/main" noGrp="1"/>
          </p:cNvSpPr>
          <p:nvPr/>
        </p:nvSpPr>
        <p:spPr>
          <a:xfrm xmlns:a="http://schemas.openxmlformats.org/drawingml/2006/main">
            <a:off x="6858000" y="767447"/>
            <a:ext cx="2076450"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Inicio de sesión: credenciales incorrectas</a:t>
            </a:r>
            <a:endParaRPr/>
          </a:p>
        </p:txBody>
      </p:sp>
    </p:spTree>
    <p:extLst>
      <p:ext uri="{BB962C8B-B14F-4D97-AF65-F5344CB8AC3E}">
        <p14:creationId xmlns:p14="http://schemas.microsoft.com/office/powerpoint/2010/main" val="34891923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A7F8A919-7356-4A5B-9271-668BF567FF60}"/>
              </a:ext>
            </a:extLst>
          </p:cNvPr>
          <p:cNvSpPr>
            <a:spLocks xmlns:a="http://schemas.openxmlformats.org/drawingml/2006/main" noGrp="1"/>
          </p:cNvSpPr>
          <p:nvPr/>
        </p:nvSpPr>
        <p:spPr>
          <a:xfrm xmlns:a="http://schemas.openxmlformats.org/drawingml/2006/main">
            <a:off x="352425" y="305871"/>
            <a:ext cx="294322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Pantalla 03 · Dashboard</a:t>
            </a:r>
          </a:p>
        </p:txBody>
      </p:sp>
      <p:pic>
        <p:nvPicPr>
          <p:cNvPr id="4" name="03-dashboard.png">
            <a:extLst xmlns:a="http://schemas.openxmlformats.org/drawingml/2006/main">
              <a:ext uri="{FF2B5EF4-FFF2-40B4-BE49-F238E27FC236}">
                <a16:creationId xmlns:a16="http://schemas.microsoft.com/office/drawing/2014/main" id="{D3C8AC3B-8500-491D-8264-12FC6B69355C}"/>
              </a:ext>
            </a:extLst>
          </p:cNvPr>
          <p:cNvPicPr>
            <a:picLocks xmlns:a="http://schemas.openxmlformats.org/drawingml/2006/main" noChangeAspect="1"/>
          </p:cNvPicPr>
          <p:nvPr/>
        </p:nvPicPr>
        <p:blipFill>
          <a:blip xmlns:r="http://schemas.openxmlformats.org/officeDocument/2006/relationships" xmlns:a="http://schemas.openxmlformats.org/drawingml/2006/main" r:embed="R9e7b0d02a44a4af8"/>
          <a:srcRect xmlns:a="http://schemas.openxmlformats.org/drawingml/2006/main" l="0" t="0" r="0" b="0"/>
          <a:stretch xmlns:a="http://schemas.openxmlformats.org/drawingml/2006/main">
            <a:fillRect l="0" t="0" r="0" b="0"/>
          </a:stretch>
        </p:blipFill>
        <p:spPr>
          <a:xfrm xmlns:a="http://schemas.openxmlformats.org/drawingml/2006/main">
            <a:off x="3743325" y="305871"/>
            <a:ext cx="5048250" cy="2111132"/>
          </a:xfrm>
          <a:prstGeom xmlns:a="http://schemas.openxmlformats.org/drawingml/2006/main" prst="rect">
            <a:avLst/>
          </a:prstGeom>
        </p:spPr>
      </p:pic>
      <p:graphicFrame>
        <p:nvGraphicFramePr>
          <p:cNvPr id="5" name="Tabla 4">
            <a:extLst xmlns:a="http://schemas.openxmlformats.org/drawingml/2006/main">
              <a:ext uri="{FF2B5EF4-FFF2-40B4-BE49-F238E27FC236}">
                <a16:creationId xmlns:a16="http://schemas.microsoft.com/office/drawing/2014/main" id="{89ECE78A-AE85-453A-909F-FACAADFF1458}"/>
              </a:ext>
            </a:extLst>
          </p:cNvPr>
          <p:cNvGraphicFramePr/>
          <p:nvPr/>
        </p:nvGraphicFramePr>
        <p:xfrm>
          <a:off xmlns:a="http://schemas.openxmlformats.org/drawingml/2006/main" x="1064260" y="2664889"/>
          <a:ext xmlns:a="http://schemas.openxmlformats.org/drawingml/2006/main" cx="7851140" cy="2149983"/>
        </p:xfrm>
        <a:graphic xmlns:a="http://schemas.openxmlformats.org/drawingml/2006/main">
          <a:graphicData uri="http://schemas.openxmlformats.org/drawingml/2006/table">
            <a:tbl>
              <a:tblPr>
                <a:tableStyleId>{5C22544A-7EE6-4342-B048-85BDC9FD1C3A}</a:tableStyleId>
              </a:tblPr>
              <a:tblGrid>
                <a:gridCol w="1385255"/>
                <a:gridCol w="6465885"/>
              </a:tblGrid>
              <a:tr h="149890">
                <a:tc>
                  <a:txBody>
                    <a:bodyPr/>
                    <a:lstStyle/>
                    <a:p>
                      <a:pPr algn="l">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Resumen de la actividad del centro de salud y accesos rápidos.</a:t>
                      </a:r>
                      <a:endParaRPr sz="1200">
                        <a:latin typeface="Times New Roman"/>
                        <a:ea typeface="Times New Roman"/>
                        <a:cs typeface="Times New Roman"/>
                      </a:endParaRPr>
                    </a:p>
                  </a:txBody>
                  <a:tcPr marL="68580" marR="68580" marT="0" marB="0"/>
                </a:tc>
              </a:tr>
              <a:tr h="1356969">
                <a:tc>
                  <a:txBody>
                    <a:bodyPr/>
                    <a:lstStyle/>
                    <a:p>
                      <a:pPr algn="l">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 Seis tarjetas de indicadores: Pacientes (1 250), Doctores (45), Citas totales (380), Citas pendientes (85), Citas completadas (180) y Registros clínicos (560).</a:t>
                      </a:r>
                      <a:endParaRPr sz="1200"/>
                    </a:p>
                    <a:p>
                      <a:pPr algn="l">
                        <a:lnSpc>
                          <a:spcPct val="115000"/>
                        </a:lnSpc>
                        <a:spcAft>
                          <a:spcPts val="200"/>
                        </a:spcAft>
                        <a:buNone/>
                      </a:pPr>
                      <a:r>
                        <a:rPr sz="1100"/>
                        <a:t>• Accesos rápidos: Nuevo paciente (verde), Programar cita (naranja) y Registrar consulta (rojo).</a:t>
                      </a:r>
                      <a:endParaRPr sz="1200"/>
                    </a:p>
                    <a:p>
                      <a:pPr algn="l">
                        <a:lnSpc>
                          <a:spcPct val="115000"/>
                        </a:lnSpc>
                        <a:spcAft>
                          <a:spcPts val="200"/>
                        </a:spcAft>
                        <a:buNone/>
                      </a:pPr>
                      <a:r>
                        <a:rPr sz="1100"/>
                        <a:t>• Información del sistema: Centro de Salud San Rafael, estado Activo y última actualización 01/10/2026.</a:t>
                      </a:r>
                      <a:endParaRPr sz="1200"/>
                    </a:p>
                    <a:p>
                      <a:pPr algn="l">
                        <a:lnSpc>
                          <a:spcPct val="115000"/>
                        </a:lnSpc>
                        <a:spcAft>
                          <a:spcPts val="200"/>
                        </a:spcAft>
                        <a:buNone/>
                      </a:pPr>
                      <a:r>
                        <a:rPr sz="1100"/>
                        <a:t>• Barra lateral con el menú, Cerrar sesión e indicadores "Base de datos conectada" y "Datos de demostración".</a:t>
                      </a:r>
                      <a:endParaRPr sz="1200">
                        <a:latin typeface="Times New Roman"/>
                        <a:ea typeface="Times New Roman"/>
                        <a:cs typeface="Times New Roman"/>
                      </a:endParaRPr>
                    </a:p>
                  </a:txBody>
                  <a:tcPr marL="68580" marR="68580" marT="0" marB="0"/>
                </a:tc>
              </a:tr>
              <a:tr h="499642">
                <a:tc>
                  <a:txBody>
                    <a:bodyPr/>
                    <a:lstStyle/>
                    <a:p>
                      <a:pPr algn="l">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Tarjetas de citas → Citas médicas; tarjeta de registros → Historial clínico; Nuevo paciente → formulario de paciente; Programar cita → formulario de cita; Registrar consulta → formulario de registro clínico; Cerrar sesión → </a:t>
                      </a:r>
                      <a:r>
                        <a:rPr sz="1100"/>
                        <a:t>Login</a:t>
                      </a:r>
                      <a:r>
                        <a:rPr sz="1100"/>
                        <a:t>.</a:t>
                      </a:r>
                      <a:endParaRPr sz="1200">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34716601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CuadroTexto 4">
            <a:extLst xmlns:a="http://schemas.openxmlformats.org/drawingml/2006/main">
              <a:ext uri="{FF2B5EF4-FFF2-40B4-BE49-F238E27FC236}">
                <a16:creationId xmlns:a16="http://schemas.microsoft.com/office/drawing/2014/main" id="{82ADAB94-0340-4BD4-AABD-7D33573C2518}"/>
              </a:ext>
            </a:extLst>
          </p:cNvPr>
          <p:cNvSpPr>
            <a:spLocks xmlns:a="http://schemas.openxmlformats.org/drawingml/2006/main" noGrp="1"/>
          </p:cNvSpPr>
          <p:nvPr/>
        </p:nvSpPr>
        <p:spPr>
          <a:xfrm xmlns:a="http://schemas.openxmlformats.org/drawingml/2006/main">
            <a:off x="285750" y="239196"/>
            <a:ext cx="4572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Pantalla 04 · Gestión de pacientes</a:t>
            </a:r>
            <a:endParaRPr/>
          </a:p>
        </p:txBody>
      </p:sp>
      <p:pic>
        <p:nvPicPr>
          <p:cNvPr id="6" name="04-patients.png">
            <a:extLst xmlns:a="http://schemas.openxmlformats.org/drawingml/2006/main">
              <a:ext uri="{FF2B5EF4-FFF2-40B4-BE49-F238E27FC236}">
                <a16:creationId xmlns:a16="http://schemas.microsoft.com/office/drawing/2014/main" id="{7FECCE9C-C5DA-4CC3-8D0A-964FDD61E697}"/>
              </a:ext>
            </a:extLst>
          </p:cNvPr>
          <p:cNvPicPr>
            <a:picLocks xmlns:a="http://schemas.openxmlformats.org/drawingml/2006/main" noChangeAspect="1"/>
          </p:cNvPicPr>
          <p:nvPr/>
        </p:nvPicPr>
        <p:blipFill>
          <a:blip xmlns:r="http://schemas.openxmlformats.org/officeDocument/2006/relationships" xmlns:a="http://schemas.openxmlformats.org/drawingml/2006/main" r:embed="R48653a7b903a44b4"/>
          <a:srcRect xmlns:a="http://schemas.openxmlformats.org/drawingml/2006/main" l="0" t="0" r="0" b="0"/>
          <a:stretch xmlns:a="http://schemas.openxmlformats.org/drawingml/2006/main">
            <a:fillRect l="0" t="0" r="0" b="0"/>
          </a:stretch>
        </p:blipFill>
        <p:spPr>
          <a:xfrm xmlns:a="http://schemas.openxmlformats.org/drawingml/2006/main">
            <a:off x="3695700" y="608528"/>
            <a:ext cx="4914900" cy="2724150"/>
          </a:xfrm>
          <a:prstGeom xmlns:a="http://schemas.openxmlformats.org/drawingml/2006/main" prst="rect">
            <a:avLst/>
          </a:prstGeom>
        </p:spPr>
      </p:pic>
      <p:graphicFrame>
        <p:nvGraphicFramePr>
          <p:cNvPr id="7" name="Tabla 6">
            <a:extLst xmlns:a="http://schemas.openxmlformats.org/drawingml/2006/main">
              <a:ext uri="{FF2B5EF4-FFF2-40B4-BE49-F238E27FC236}">
                <a16:creationId xmlns:a16="http://schemas.microsoft.com/office/drawing/2014/main" id="{7A5D9774-BDCE-4FED-88B9-813AFE0D4892}"/>
              </a:ext>
            </a:extLst>
          </p:cNvPr>
          <p:cNvGraphicFramePr/>
          <p:nvPr/>
        </p:nvGraphicFramePr>
        <p:xfrm>
          <a:off xmlns:a="http://schemas.openxmlformats.org/drawingml/2006/main" x="1157923" y="3531751"/>
          <a:ext xmlns:a="http://schemas.openxmlformats.org/drawingml/2006/main" cx="6120130" cy="1353439"/>
        </p:xfrm>
        <a:graphic xmlns:a="http://schemas.openxmlformats.org/drawingml/2006/main">
          <a:graphicData uri="http://schemas.openxmlformats.org/drawingml/2006/table">
            <a:tbl>
              <a:tblPr>
                <a:tableStyleId>{5C22544A-7EE6-4342-B048-85BDC9FD1C3A}</a:tableStyleId>
              </a:tblPr>
              <a:tblGrid>
                <a:gridCol w="1079836"/>
                <a:gridCol w="5040294"/>
              </a:tblGrid>
              <a:tr h="0">
                <a:tc>
                  <a:txBody>
                    <a:bodyPr/>
                    <a:lstStyle/>
                    <a:p>
                      <a:pPr algn="l">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Registrar, consultar y actualizar los datos de los pacientes.</a:t>
                      </a:r>
                      <a:endParaRPr sz="1200">
                        <a:latin typeface="Times New Roman"/>
                        <a:ea typeface="Times New Roman"/>
                        <a:cs typeface="Times New Roman"/>
                      </a:endParaRPr>
                    </a:p>
                  </a:txBody>
                  <a:tcPr marL="68580" marR="68580" marT="0" marB="0"/>
                </a:tc>
              </a:tr>
              <a:tr h="0">
                <a:tc>
                  <a:txBody>
                    <a:bodyPr/>
                    <a:lstStyle/>
                    <a:p>
                      <a:pPr algn="l">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 Buscador por nombre, apellido o DNI con botones Buscar y Limpiar.</a:t>
                      </a:r>
                      <a:endParaRPr sz="1200"/>
                    </a:p>
                    <a:p>
                      <a:pPr algn="l">
                        <a:lnSpc>
                          <a:spcPct val="115000"/>
                        </a:lnSpc>
                        <a:spcAft>
                          <a:spcPts val="200"/>
                        </a:spcAft>
                        <a:buNone/>
                      </a:pPr>
                      <a:r>
                        <a:rPr sz="1100"/>
                        <a:t>• Tabla con DNI, Paciente, F. nacimiento, Sexo, Teléfono, Sangre y Acciones (editar y eliminar).</a:t>
                      </a:r>
                      <a:endParaRPr sz="1200"/>
                    </a:p>
                    <a:p>
                      <a:pPr algn="l">
                        <a:lnSpc>
                          <a:spcPct val="115000"/>
                        </a:lnSpc>
                        <a:spcAft>
                          <a:spcPts val="200"/>
                        </a:spcAft>
                        <a:buNone/>
                      </a:pPr>
                      <a:r>
                        <a:rPr sz="1100"/>
                        <a:t>• Pie "Mostrando 5 registros de demostración" y tarjeta "Registro completo, atención más rápida".</a:t>
                      </a:r>
                      <a:endParaRPr sz="1200">
                        <a:latin typeface="Times New Roman"/>
                        <a:ea typeface="Times New Roman"/>
                        <a:cs typeface="Times New Roman"/>
                      </a:endParaRPr>
                    </a:p>
                  </a:txBody>
                  <a:tcPr marL="68580" marR="68580" marT="0" marB="0"/>
                </a:tc>
              </a:tr>
              <a:tr h="0">
                <a:tc>
                  <a:txBody>
                    <a:bodyPr/>
                    <a:lstStyle/>
                    <a:p>
                      <a:pPr algn="l">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gn="l">
                        <a:lnSpc>
                          <a:spcPct val="115000"/>
                        </a:lnSpc>
                        <a:spcAft>
                          <a:spcPts val="200"/>
                        </a:spcAft>
                        <a:buNone/>
                      </a:pPr>
                      <a:r>
                        <a:rPr sz="1100"/>
                        <a:t>Nuevo paciente → 09; editar → 10; eliminar → 17; Buscar → 05.</a:t>
                      </a:r>
                      <a:endParaRPr sz="1200">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346654974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6A0167D0-8F32-4007-A78D-3118931A506E}"/>
              </a:ext>
            </a:extLst>
          </p:cNvPr>
          <p:cNvSpPr>
            <a:spLocks xmlns:a="http://schemas.openxmlformats.org/drawingml/2006/main" noGrp="1"/>
          </p:cNvSpPr>
          <p:nvPr/>
        </p:nvSpPr>
        <p:spPr>
          <a:xfrm xmlns:a="http://schemas.openxmlformats.org/drawingml/2006/main">
            <a:off x="304800" y="258246"/>
            <a:ext cx="4572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Pantalla 09 · Gestión de doctores</a:t>
            </a:r>
            <a:endParaRPr/>
          </a:p>
        </p:txBody>
      </p:sp>
      <p:pic>
        <p:nvPicPr>
          <p:cNvPr id="4" name="06-doctors.png">
            <a:extLst xmlns:a="http://schemas.openxmlformats.org/drawingml/2006/main">
              <a:ext uri="{FF2B5EF4-FFF2-40B4-BE49-F238E27FC236}">
                <a16:creationId xmlns:a16="http://schemas.microsoft.com/office/drawing/2014/main" id="{67874DF0-BD2B-4655-B3F1-D9151533083F}"/>
              </a:ext>
            </a:extLst>
          </p:cNvPr>
          <p:cNvPicPr>
            <a:picLocks xmlns:a="http://schemas.openxmlformats.org/drawingml/2006/main" noChangeAspect="1"/>
          </p:cNvPicPr>
          <p:nvPr/>
        </p:nvPicPr>
        <p:blipFill>
          <a:blip xmlns:r="http://schemas.openxmlformats.org/officeDocument/2006/relationships" xmlns:a="http://schemas.openxmlformats.org/drawingml/2006/main" r:embed="Re08d34aa91774cc2"/>
          <a:srcRect xmlns:a="http://schemas.openxmlformats.org/drawingml/2006/main" l="0" t="0" r="0" b="0"/>
          <a:stretch xmlns:a="http://schemas.openxmlformats.org/drawingml/2006/main">
            <a:fillRect l="0" t="0" r="0" b="0"/>
          </a:stretch>
        </p:blipFill>
        <p:spPr>
          <a:xfrm xmlns:a="http://schemas.openxmlformats.org/drawingml/2006/main">
            <a:off x="1347788" y="627578"/>
            <a:ext cx="6624638" cy="2686050"/>
          </a:xfrm>
          <a:prstGeom xmlns:a="http://schemas.openxmlformats.org/drawingml/2006/main" prst="rect">
            <a:avLst/>
          </a:prstGeom>
        </p:spPr>
      </p:pic>
      <p:graphicFrame>
        <p:nvGraphicFramePr>
          <p:cNvPr id="5" name="Tabla 4">
            <a:extLst xmlns:a="http://schemas.openxmlformats.org/drawingml/2006/main">
              <a:ext uri="{FF2B5EF4-FFF2-40B4-BE49-F238E27FC236}">
                <a16:creationId xmlns:a16="http://schemas.microsoft.com/office/drawing/2014/main" id="{64203858-592E-42C4-AFBA-E73E3D1EF1EA}"/>
              </a:ext>
            </a:extLst>
          </p:cNvPr>
          <p:cNvGraphicFramePr/>
          <p:nvPr/>
        </p:nvGraphicFramePr>
        <p:xfrm>
          <a:off xmlns:a="http://schemas.openxmlformats.org/drawingml/2006/main" x="1511935" y="3417887"/>
          <a:ext xmlns:a="http://schemas.openxmlformats.org/drawingml/2006/main" cx="6120130" cy="1546225"/>
        </p:xfrm>
        <a:graphic xmlns:a="http://schemas.openxmlformats.org/drawingml/2006/main">
          <a:graphicData uri="http://schemas.openxmlformats.org/drawingml/2006/table">
            <a:tbl>
              <a:tblPr>
                <a:tableStyleId>{5C22544A-7EE6-4342-B048-85BDC9FD1C3A}</a:tableStyleId>
              </a:tblPr>
              <a:tblGrid>
                <a:gridCol w="1079836"/>
                <a:gridCol w="5040294"/>
              </a:tblGrid>
              <a:tr h="0">
                <a:tc>
                  <a:txBody>
                    <a:bodyPr/>
                    <a:lstStyle/>
                    <a:p>
                      <a:pPr>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Administrar el personal médico y sus especialidades.</a:t>
                      </a:r>
                      <a:endParaRPr sz="1200">
                        <a:latin typeface="Times New Roman"/>
                        <a:ea typeface="Times New Roman"/>
                        <a:cs typeface="Times New Roman"/>
                      </a:endParaRPr>
                    </a:p>
                  </a:txBody>
                  <a:tcPr marL="68580" marR="68580" marT="0" marB="0"/>
                </a:tc>
              </a:tr>
              <a:tr h="0">
                <a:tc>
                  <a:txBody>
                    <a:bodyPr/>
                    <a:lstStyle/>
                    <a:p>
                      <a:pPr>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 Buscador por nombre, especialidad o número de colegiatura con Buscar y Limpiar.</a:t>
                      </a:r>
                      <a:endParaRPr sz="1200"/>
                    </a:p>
                    <a:p>
                      <a:pPr>
                        <a:lnSpc>
                          <a:spcPct val="115000"/>
                        </a:lnSpc>
                        <a:spcAft>
                          <a:spcPts val="200"/>
                        </a:spcAft>
                        <a:buNone/>
                      </a:pPr>
                      <a:r>
                        <a:rPr sz="1100"/>
                        <a:t>• Tabla con Doctor, Especialidad, Colegiatura, Teléfono, Atención, Estado (etiqueta verde "Activo") y Acciones.</a:t>
                      </a:r>
                      <a:endParaRPr sz="1200"/>
                    </a:p>
                    <a:p>
                      <a:pPr>
                        <a:lnSpc>
                          <a:spcPct val="115000"/>
                        </a:lnSpc>
                        <a:spcAft>
                          <a:spcPts val="200"/>
                        </a:spcAft>
                        <a:buNone/>
                      </a:pPr>
                      <a:r>
                        <a:rPr sz="1100"/>
                        <a:t>• Tarjeta "Disponibilidad de atención" y pie "Mostrando 4 registros de demostración".</a:t>
                      </a:r>
                      <a:endParaRPr sz="1200">
                        <a:latin typeface="Times New Roman"/>
                        <a:ea typeface="Times New Roman"/>
                        <a:cs typeface="Times New Roman"/>
                      </a:endParaRPr>
                    </a:p>
                  </a:txBody>
                  <a:tcPr marL="68580" marR="68580" marT="0" marB="0"/>
                </a:tc>
              </a:tr>
              <a:tr h="0">
                <a:tc>
                  <a:txBody>
                    <a:bodyPr/>
                    <a:lstStyle/>
                    <a:p>
                      <a:pPr>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Nuevo doctor → 11; editar → 12; eliminar → 18.</a:t>
                      </a:r>
                      <a:endParaRPr sz="1200">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157192668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43D136A4-263C-45D4-9F86-08FE82715E93}"/>
              </a:ext>
            </a:extLst>
          </p:cNvPr>
          <p:cNvSpPr>
            <a:spLocks xmlns:a="http://schemas.openxmlformats.org/drawingml/2006/main" noGrp="1"/>
          </p:cNvSpPr>
          <p:nvPr/>
        </p:nvSpPr>
        <p:spPr>
          <a:xfrm xmlns:a="http://schemas.openxmlformats.org/drawingml/2006/main">
            <a:off x="219075" y="220146"/>
            <a:ext cx="4572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Pantalla 13· Gestión de citas médicas</a:t>
            </a:r>
            <a:endParaRPr/>
          </a:p>
        </p:txBody>
      </p:sp>
      <p:pic>
        <p:nvPicPr>
          <p:cNvPr id="4" name="07-appointments.png">
            <a:extLst xmlns:a="http://schemas.openxmlformats.org/drawingml/2006/main">
              <a:ext uri="{FF2B5EF4-FFF2-40B4-BE49-F238E27FC236}">
                <a16:creationId xmlns:a16="http://schemas.microsoft.com/office/drawing/2014/main" id="{577F7BC9-C2AA-47CC-B47F-C01061AADC02}"/>
              </a:ext>
            </a:extLst>
          </p:cNvPr>
          <p:cNvPicPr>
            <a:picLocks xmlns:a="http://schemas.openxmlformats.org/drawingml/2006/main" noChangeAspect="1"/>
          </p:cNvPicPr>
          <p:nvPr/>
        </p:nvPicPr>
        <p:blipFill>
          <a:blip xmlns:r="http://schemas.openxmlformats.org/officeDocument/2006/relationships" xmlns:a="http://schemas.openxmlformats.org/drawingml/2006/main" r:embed="Rb21b18814fa44f19"/>
          <a:srcRect xmlns:a="http://schemas.openxmlformats.org/drawingml/2006/main" l="0" t="0" r="0" b="0"/>
          <a:stretch xmlns:a="http://schemas.openxmlformats.org/drawingml/2006/main">
            <a:fillRect l="0" t="0" r="0" b="0"/>
          </a:stretch>
        </p:blipFill>
        <p:spPr>
          <a:xfrm xmlns:a="http://schemas.openxmlformats.org/drawingml/2006/main">
            <a:off x="1338262" y="685800"/>
            <a:ext cx="5853113" cy="2247900"/>
          </a:xfrm>
          <a:prstGeom xmlns:a="http://schemas.openxmlformats.org/drawingml/2006/main" prst="rect">
            <a:avLst/>
          </a:prstGeom>
        </p:spPr>
      </p:pic>
      <p:graphicFrame>
        <p:nvGraphicFramePr>
          <p:cNvPr id="5" name="Tabla 4">
            <a:extLst xmlns:a="http://schemas.openxmlformats.org/drawingml/2006/main">
              <a:ext uri="{FF2B5EF4-FFF2-40B4-BE49-F238E27FC236}">
                <a16:creationId xmlns:a16="http://schemas.microsoft.com/office/drawing/2014/main" id="{774746AD-ADCE-469E-9A17-0FD26BFAA894}"/>
              </a:ext>
            </a:extLst>
          </p:cNvPr>
          <p:cNvGraphicFramePr/>
          <p:nvPr/>
        </p:nvGraphicFramePr>
        <p:xfrm>
          <a:off xmlns:a="http://schemas.openxmlformats.org/drawingml/2006/main" x="1214278" y="3121254"/>
          <a:ext xmlns:a="http://schemas.openxmlformats.org/drawingml/2006/main" cx="6120130" cy="1775493"/>
        </p:xfrm>
        <a:graphic xmlns:a="http://schemas.openxmlformats.org/drawingml/2006/main">
          <a:graphicData uri="http://schemas.openxmlformats.org/drawingml/2006/table">
            <a:tbl>
              <a:tblPr>
                <a:tableStyleId>{5C22544A-7EE6-4342-B048-85BDC9FD1C3A}</a:tableStyleId>
              </a:tblPr>
              <a:tblGrid>
                <a:gridCol w="1079836"/>
                <a:gridCol w="5040294"/>
              </a:tblGrid>
              <a:tr h="188247">
                <a:tc>
                  <a:txBody>
                    <a:bodyPr/>
                    <a:lstStyle/>
                    <a:p>
                      <a:pPr>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Programar citas y consultar el estado de las atenciones.</a:t>
                      </a:r>
                      <a:endParaRPr sz="1200">
                        <a:latin typeface="Times New Roman"/>
                        <a:ea typeface="Times New Roman"/>
                        <a:cs typeface="Times New Roman"/>
                      </a:endParaRPr>
                    </a:p>
                  </a:txBody>
                  <a:tcPr marL="68580" marR="68580" marT="0" marB="0"/>
                </a:tc>
              </a:tr>
              <a:tr h="1253943">
                <a:tc>
                  <a:txBody>
                    <a:bodyPr/>
                    <a:lstStyle/>
                    <a:p>
                      <a:pPr>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 Filtro por Estado (lista, valor inicial "Todas") y la fecha del día: "Hoy · jueves, 1 de octubre de 2026".</a:t>
                      </a:r>
                      <a:endParaRPr sz="1200"/>
                    </a:p>
                    <a:p>
                      <a:pPr>
                        <a:lnSpc>
                          <a:spcPct val="115000"/>
                        </a:lnSpc>
                        <a:spcAft>
                          <a:spcPts val="200"/>
                        </a:spcAft>
                        <a:buNone/>
                      </a:pPr>
                      <a:r>
                        <a:rPr sz="1100"/>
                        <a:t>• Tabla con Fecha, Hora, Paciente, Doctor, Motivo, Estado y Acciones.</a:t>
                      </a:r>
                      <a:endParaRPr sz="1200"/>
                    </a:p>
                    <a:p>
                      <a:pPr>
                        <a:lnSpc>
                          <a:spcPct val="115000"/>
                        </a:lnSpc>
                        <a:spcAft>
                          <a:spcPts val="200"/>
                        </a:spcAft>
                        <a:buNone/>
                      </a:pPr>
                      <a:r>
                        <a:rPr sz="1100"/>
                        <a:t>• Etiquetas de estado: Programada (naranja), Completada (verde) y Cancelada (rojo).</a:t>
                      </a:r>
                      <a:endParaRPr sz="1200"/>
                    </a:p>
                    <a:p>
                      <a:pPr>
                        <a:lnSpc>
                          <a:spcPct val="115000"/>
                        </a:lnSpc>
                        <a:spcAft>
                          <a:spcPts val="200"/>
                        </a:spcAft>
                        <a:buNone/>
                      </a:pPr>
                      <a:r>
                        <a:rPr sz="1100"/>
                        <a:t>• Tarjeta "Antes de programar una cita": revisar fecha y horario del doctor para evitar cruces en la agenda.</a:t>
                      </a:r>
                      <a:endParaRPr sz="1200">
                        <a:latin typeface="Times New Roman"/>
                        <a:ea typeface="Times New Roman"/>
                        <a:cs typeface="Times New Roman"/>
                      </a:endParaRPr>
                    </a:p>
                  </a:txBody>
                  <a:tcPr marL="68580" marR="68580" marT="0" marB="0"/>
                </a:tc>
              </a:tr>
              <a:tr h="157449">
                <a:tc>
                  <a:txBody>
                    <a:bodyPr/>
                    <a:lstStyle/>
                    <a:p>
                      <a:pPr>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Nueva cita (botón verde) → 13; editar → 14; eliminar → 19.</a:t>
                      </a:r>
                      <a:endParaRPr sz="1200">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158451599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9307979C-0229-4C57-A11D-000AAEAC9435}"/>
              </a:ext>
            </a:extLst>
          </p:cNvPr>
          <p:cNvSpPr>
            <a:spLocks xmlns:a="http://schemas.openxmlformats.org/drawingml/2006/main" noGrp="1"/>
          </p:cNvSpPr>
          <p:nvPr/>
        </p:nvSpPr>
        <p:spPr>
          <a:xfrm xmlns:a="http://schemas.openxmlformats.org/drawingml/2006/main">
            <a:off x="352425" y="296346"/>
            <a:ext cx="4572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Pantalla 17 · Historial clínico</a:t>
            </a:r>
          </a:p>
        </p:txBody>
      </p:sp>
      <p:pic>
        <p:nvPicPr>
          <p:cNvPr id="4" name="08-histories.png">
            <a:extLst xmlns:a="http://schemas.openxmlformats.org/drawingml/2006/main">
              <a:ext uri="{FF2B5EF4-FFF2-40B4-BE49-F238E27FC236}">
                <a16:creationId xmlns:a16="http://schemas.microsoft.com/office/drawing/2014/main" id="{1B9DDB56-A207-4E9C-9973-04ABA545B62D}"/>
              </a:ext>
            </a:extLst>
          </p:cNvPr>
          <p:cNvPicPr>
            <a:picLocks xmlns:a="http://schemas.openxmlformats.org/drawingml/2006/main" noChangeAspect="1"/>
          </p:cNvPicPr>
          <p:nvPr/>
        </p:nvPicPr>
        <p:blipFill>
          <a:blip xmlns:r="http://schemas.openxmlformats.org/officeDocument/2006/relationships" xmlns:a="http://schemas.openxmlformats.org/drawingml/2006/main" r:embed="Rc4f3474bc7c440c5"/>
          <a:srcRect xmlns:a="http://schemas.openxmlformats.org/drawingml/2006/main" l="0" t="0" r="0" b="0"/>
          <a:stretch xmlns:a="http://schemas.openxmlformats.org/drawingml/2006/main">
            <a:fillRect l="0" t="0" r="0" b="0"/>
          </a:stretch>
        </p:blipFill>
        <p:spPr>
          <a:xfrm xmlns:a="http://schemas.openxmlformats.org/drawingml/2006/main">
            <a:off x="1795462" y="665678"/>
            <a:ext cx="5553075" cy="2309813"/>
          </a:xfrm>
          <a:prstGeom xmlns:a="http://schemas.openxmlformats.org/drawingml/2006/main" prst="rect">
            <a:avLst/>
          </a:prstGeom>
        </p:spPr>
      </p:pic>
      <p:graphicFrame>
        <p:nvGraphicFramePr>
          <p:cNvPr id="5" name="Tabla 4">
            <a:extLst xmlns:a="http://schemas.openxmlformats.org/drawingml/2006/main">
              <a:ext uri="{FF2B5EF4-FFF2-40B4-BE49-F238E27FC236}">
                <a16:creationId xmlns:a16="http://schemas.microsoft.com/office/drawing/2014/main" id="{476129D8-D5FE-46F4-ACD0-6D62EA686294}"/>
              </a:ext>
            </a:extLst>
          </p:cNvPr>
          <p:cNvGraphicFramePr/>
          <p:nvPr/>
        </p:nvGraphicFramePr>
        <p:xfrm>
          <a:off xmlns:a="http://schemas.openxmlformats.org/drawingml/2006/main" x="1511934" y="3238055"/>
          <a:ext xmlns:a="http://schemas.openxmlformats.org/drawingml/2006/main" cx="6120130" cy="1353439"/>
        </p:xfrm>
        <a:graphic xmlns:a="http://schemas.openxmlformats.org/drawingml/2006/main">
          <a:graphicData uri="http://schemas.openxmlformats.org/drawingml/2006/table">
            <a:tbl>
              <a:tblPr>
                <a:tableStyleId>{5C22544A-7EE6-4342-B048-85BDC9FD1C3A}</a:tableStyleId>
              </a:tblPr>
              <a:tblGrid>
                <a:gridCol w="1079836"/>
                <a:gridCol w="5040294"/>
              </a:tblGrid>
              <a:tr h="0">
                <a:tc>
                  <a:txBody>
                    <a:bodyPr/>
                    <a:lstStyle/>
                    <a:p>
                      <a:pPr>
                        <a:lnSpc>
                          <a:spcPct val="115000"/>
                        </a:lnSpc>
                        <a:spcAft>
                          <a:spcPts val="200"/>
                        </a:spcAft>
                        <a:buNone/>
                      </a:pPr>
                      <a:r>
                        <a:rPr sz="1100"/>
                        <a:t>Propósito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Consultar y registrar la información de las atenciones médicas.</a:t>
                      </a:r>
                      <a:endParaRPr sz="1200">
                        <a:latin typeface="Times New Roman"/>
                        <a:ea typeface="Times New Roman"/>
                        <a:cs typeface="Times New Roman"/>
                      </a:endParaRPr>
                    </a:p>
                  </a:txBody>
                  <a:tcPr marL="68580" marR="68580" marT="0" marB="0"/>
                </a:tc>
              </a:tr>
              <a:tr h="0">
                <a:tc>
                  <a:txBody>
                    <a:bodyPr/>
                    <a:lstStyle/>
                    <a:p>
                      <a:pPr>
                        <a:lnSpc>
                          <a:spcPct val="115000"/>
                        </a:lnSpc>
                        <a:spcAft>
                          <a:spcPts val="200"/>
                        </a:spcAft>
                        <a:buNone/>
                      </a:pPr>
                      <a:r>
                        <a:rPr sz="1100"/>
                        <a:t>Contenido</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 Buscador por nombre, apellido o DNI con botón Buscar.</a:t>
                      </a:r>
                      <a:endParaRPr sz="1200"/>
                    </a:p>
                    <a:p>
                      <a:pPr>
                        <a:lnSpc>
                          <a:spcPct val="115000"/>
                        </a:lnSpc>
                        <a:spcAft>
                          <a:spcPts val="200"/>
                        </a:spcAft>
                        <a:buNone/>
                      </a:pPr>
                      <a:r>
                        <a:rPr sz="1100"/>
                        <a:t>• Tabla con Fecha, Paciente, Doctor, Diagnóstico, Tratamiento y Acciones (ver, editar y eliminar).</a:t>
                      </a:r>
                      <a:endParaRPr sz="1200"/>
                    </a:p>
                    <a:p>
                      <a:pPr>
                        <a:lnSpc>
                          <a:spcPct val="115000"/>
                        </a:lnSpc>
                        <a:spcAft>
                          <a:spcPts val="200"/>
                        </a:spcAft>
                        <a:buNone/>
                      </a:pPr>
                      <a:r>
                        <a:rPr sz="1100"/>
                        <a:t>• Tarjeta "Información de la consulta" y pie "Mostrando 4 registros de demostración".</a:t>
                      </a:r>
                      <a:endParaRPr sz="1200">
                        <a:latin typeface="Times New Roman"/>
                        <a:ea typeface="Times New Roman"/>
                        <a:cs typeface="Times New Roman"/>
                      </a:endParaRPr>
                    </a:p>
                  </a:txBody>
                  <a:tcPr marL="68580" marR="68580" marT="0" marB="0"/>
                </a:tc>
              </a:tr>
              <a:tr h="0">
                <a:tc>
                  <a:txBody>
                    <a:bodyPr/>
                    <a:lstStyle/>
                    <a:p>
                      <a:pPr>
                        <a:lnSpc>
                          <a:spcPct val="115000"/>
                        </a:lnSpc>
                        <a:spcAft>
                          <a:spcPts val="200"/>
                        </a:spcAft>
                        <a:buNone/>
                      </a:pPr>
                      <a:r>
                        <a:rPr sz="1100"/>
                        <a:t>Navegación</a:t>
                      </a:r>
                      <a:endParaRPr sz="1200">
                        <a:latin typeface="Times New Roman"/>
                        <a:ea typeface="Times New Roman"/>
                        <a:cs typeface="Times New Roman"/>
                      </a:endParaRPr>
                    </a:p>
                  </a:txBody>
                  <a:tcPr marL="68580" marR="68580" marT="0" marB="0"/>
                </a:tc>
                <a:tc>
                  <a:txBody>
                    <a:bodyPr/>
                    <a:lstStyle/>
                    <a:p>
                      <a:pPr>
                        <a:lnSpc>
                          <a:spcPct val="115000"/>
                        </a:lnSpc>
                        <a:spcAft>
                          <a:spcPts val="200"/>
                        </a:spcAft>
                        <a:buNone/>
                      </a:pPr>
                      <a:r>
                        <a:rPr sz="1100"/>
                        <a:t>Nuevo registro (rojo) → 15; ver → 21; editar → 16; eliminar → 20.</a:t>
                      </a:r>
                      <a:endParaRPr sz="1200">
                        <a:latin typeface="Times New Roman"/>
                        <a:ea typeface="Times New Roman"/>
                        <a:cs typeface="Times New Roman"/>
                      </a:endParaRPr>
                    </a:p>
                  </a:txBody>
                  <a:tcPr marL="68580" marR="68580" marT="0" marB="0"/>
                </a:tc>
              </a:tr>
            </a:tbl>
          </a:graphicData>
        </a:graphic>
      </p:graphicFrame>
    </p:spTree>
    <p:extLst>
      <p:ext uri="{BB962C8B-B14F-4D97-AF65-F5344CB8AC3E}">
        <p14:creationId xmlns:p14="http://schemas.microsoft.com/office/powerpoint/2010/main" val="57574695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CuadroTexto 2">
            <a:extLst xmlns:a="http://schemas.openxmlformats.org/drawingml/2006/main">
              <a:ext uri="{FF2B5EF4-FFF2-40B4-BE49-F238E27FC236}">
                <a16:creationId xmlns:a16="http://schemas.microsoft.com/office/drawing/2014/main" id="{148C54EA-5695-4EE6-980B-2A8953BEE967}"/>
              </a:ext>
            </a:extLst>
          </p:cNvPr>
          <p:cNvSpPr>
            <a:spLocks xmlns:a="http://schemas.openxmlformats.org/drawingml/2006/main" noGrp="1"/>
          </p:cNvSpPr>
          <p:nvPr/>
        </p:nvSpPr>
        <p:spPr>
          <a:xfrm xmlns:a="http://schemas.openxmlformats.org/drawingml/2006/main">
            <a:off x="464343" y="425440"/>
            <a:ext cx="8215313" cy="23545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t>Estas pantallas pertenecen al prototipo de Figma del avance anterior y sirven como referencia de diseño.</a:t>
            </a:r>
          </a:p>
          <a:p xmlns:a="http://schemas.openxmlformats.org/drawingml/2006/main">
            <a:pPr algn="just">
              <a:buNone/>
            </a:pPr>
            <a:endParaRPr/>
          </a:p>
          <a:p xmlns:a="http://schemas.openxmlformats.org/drawingml/2006/main">
            <a:pPr algn="just">
              <a:buNone/>
            </a:pPr>
            <a:r>
              <a:t>La pantalla de Inicio de sesión permite ingresar las credenciales del usuario. Luego, el Dashboard presenta seis indicadores: 1,250 pacientes, 45 doctores, 380 citas, 85 pendientes, 180 completadas y 560 registros clínicos.</a:t>
            </a:r>
          </a:p>
          <a:p xmlns:a="http://schemas.openxmlformats.org/drawingml/2006/main">
            <a:pPr algn="just">
              <a:buNone/>
            </a:pPr>
            <a:endParaRPr/>
          </a:p>
          <a:p xmlns:a="http://schemas.openxmlformats.org/drawingml/2006/main">
            <a:pPr algn="just">
              <a:buNone/>
            </a:pPr>
            <a:r>
              <a:t>Por su parte, la gestión de pacientes permite buscar por nombre, apellido o DNI. En Citas médicas se puede filtrar por estado y diferenciar las citas mediante colores.</a:t>
            </a:r>
          </a:p>
          <a:p xmlns:a="http://schemas.openxmlformats.org/drawingml/2006/main">
            <a:pPr algn="just">
              <a:buNone/>
            </a:pPr>
            <a:endParaRPr/>
          </a:p>
          <a:p xmlns:a="http://schemas.openxmlformats.org/drawingml/2006/main">
            <a:pPr algn="just">
              <a:buNone/>
            </a:pPr>
            <a:r>
              <a:t>Finalmente, el Historial clínico muestra las atenciones con diagnóstico y tratamiento, además de permitir visualizar el detalle de cada consulta.</a:t>
            </a:r>
            <a:endParaRPr/>
          </a:p>
        </p:txBody>
      </p:sp>
    </p:spTree>
    <p:extLst>
      <p:ext uri="{BB962C8B-B14F-4D97-AF65-F5344CB8AC3E}">
        <p14:creationId xmlns:p14="http://schemas.microsoft.com/office/powerpoint/2010/main" val="2780068315"/>
      </p:ext>
    </p:extLst>
  </p:cSld>
</p:sld>
</file>

<file path=ppt/slides/slide2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534ED5C-8CE8-478D-9BBB-396D5A1F62CD}"/>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AVANCE DE IMPLEMENTACIÓN</a:t>
            </a:r>
          </a:p>
        </p:txBody>
      </p:sp>
      <p:sp>
        <p:nvSpPr>
          <p:cNvPr id="2" name="">
            <a:extLst xmlns:a="http://schemas.openxmlformats.org/drawingml/2006/main">
              <a:ext uri="{FF2B5EF4-FFF2-40B4-BE49-F238E27FC236}">
                <a16:creationId xmlns:a16="http://schemas.microsoft.com/office/drawing/2014/main" id="{DB8F2FCA-5DCF-4371-BE39-9C77A0A086F5}"/>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La entrega 3 amplía el sistema implementado</a:t>
            </a:r>
          </a:p>
        </p:txBody>
      </p:sp>
      <p:sp>
        <p:nvSpPr>
          <p:cNvPr id="3" name="">
            <a:extLst xmlns:a="http://schemas.openxmlformats.org/drawingml/2006/main">
              <a:ext uri="{FF2B5EF4-FFF2-40B4-BE49-F238E27FC236}">
                <a16:creationId xmlns:a16="http://schemas.microsoft.com/office/drawing/2014/main" id="{6CE86860-C776-40B6-834D-6DF1DD2D68ED}"/>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2BBF4D-BEE9-4C7C-B1E9-C079CA42830C}"/>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Acceso</a:t>
            </a:r>
          </a:p>
        </p:txBody>
      </p:sp>
      <p:sp>
        <p:nvSpPr>
          <p:cNvPr id="5" name="">
            <a:extLst xmlns:a="http://schemas.openxmlformats.org/drawingml/2006/main">
              <a:ext uri="{FF2B5EF4-FFF2-40B4-BE49-F238E27FC236}">
                <a16:creationId xmlns:a16="http://schemas.microsoft.com/office/drawing/2014/main" id="{184AA240-B7CD-477B-B64E-654562263735}"/>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Autenticación en PostgreSQL mediante UsuarioDAO y BCrypt.</a:t>
            </a:r>
          </a:p>
        </p:txBody>
      </p:sp>
      <p:sp>
        <p:nvSpPr>
          <p:cNvPr id="6" name="">
            <a:extLst xmlns:a="http://schemas.openxmlformats.org/drawingml/2006/main">
              <a:ext uri="{FF2B5EF4-FFF2-40B4-BE49-F238E27FC236}">
                <a16:creationId xmlns:a16="http://schemas.microsoft.com/office/drawing/2014/main" id="{B31E5B79-B142-4ABC-8154-E9E1850753B3}"/>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6E6E96-B36D-4AA5-B30F-08516F3DA689}"/>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Operación</a:t>
            </a:r>
          </a:p>
        </p:txBody>
      </p:sp>
      <p:sp>
        <p:nvSpPr>
          <p:cNvPr id="8" name="">
            <a:extLst xmlns:a="http://schemas.openxmlformats.org/drawingml/2006/main">
              <a:ext uri="{FF2B5EF4-FFF2-40B4-BE49-F238E27FC236}">
                <a16:creationId xmlns:a16="http://schemas.microsoft.com/office/drawing/2014/main" id="{9A3C5737-5760-43FD-AF29-7D00102C75EA}"/>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Cuatro módulos CRUD, estadísticas de citas y exportación a Excel.</a:t>
            </a:r>
          </a:p>
        </p:txBody>
      </p:sp>
      <p:sp>
        <p:nvSpPr>
          <p:cNvPr id="9" name="">
            <a:extLst xmlns:a="http://schemas.openxmlformats.org/drawingml/2006/main">
              <a:ext uri="{FF2B5EF4-FFF2-40B4-BE49-F238E27FC236}">
                <a16:creationId xmlns:a16="http://schemas.microsoft.com/office/drawing/2014/main" id="{42A90A6A-D5C1-4673-80E6-D9A4443E8A71}"/>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0AE1D7-6265-45AC-A693-B24A7CE6943B}"/>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Calidad</a:t>
            </a:r>
          </a:p>
        </p:txBody>
      </p:sp>
      <p:sp>
        <p:nvSpPr>
          <p:cNvPr id="11" name="">
            <a:extLst xmlns:a="http://schemas.openxmlformats.org/drawingml/2006/main">
              <a:ext uri="{FF2B5EF4-FFF2-40B4-BE49-F238E27FC236}">
                <a16:creationId xmlns:a16="http://schemas.microsoft.com/office/drawing/2014/main" id="{03E2584C-58B0-4C0D-B800-B8FF452B32B9}"/>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Validaciones reutilizables, 12 pruebas unitarias y registro de eventos.</a:t>
            </a:r>
          </a:p>
        </p:txBody>
      </p:sp>
      <p:sp>
        <p:nvSpPr>
          <p:cNvPr id="12" name="">
            <a:extLst xmlns:a="http://schemas.openxmlformats.org/drawingml/2006/main">
              <a:ext uri="{FF2B5EF4-FFF2-40B4-BE49-F238E27FC236}">
                <a16:creationId xmlns:a16="http://schemas.microsoft.com/office/drawing/2014/main" id="{944F787C-E458-40E6-AD94-EB40DA31136C}"/>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9B3C88-7786-43EC-9A10-823B8824ADD4}"/>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Trazabilidad</a:t>
            </a:r>
          </a:p>
        </p:txBody>
      </p:sp>
      <p:sp>
        <p:nvSpPr>
          <p:cNvPr id="14" name="">
            <a:extLst xmlns:a="http://schemas.openxmlformats.org/drawingml/2006/main">
              <a:ext uri="{FF2B5EF4-FFF2-40B4-BE49-F238E27FC236}">
                <a16:creationId xmlns:a16="http://schemas.microsoft.com/office/drawing/2014/main" id="{6C39F6F1-4846-4635-84A1-8DFDA1D3B4CB}"/>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Repositorio Git con historial de cambios y trabajo en ramas.</a:t>
            </a:r>
          </a:p>
        </p:txBody>
      </p:sp>
    </p:spTree>
    <p:extLst>
      <p:ext uri="{BB962C8B-B14F-4D97-AF65-F5344CB8AC3E}">
        <p14:creationId xmlns:p14="http://schemas.microsoft.com/office/powerpoint/2010/main" val="1062106583"/>
      </p:ext>
    </p:extLst>
  </p:cSld>
</p:sld>
</file>

<file path=ppt/slides/slide2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650D5B-F073-4502-8424-1FDBDC33E0B3}"/>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RÚBRICA APF3 · 20 PUNTOS</a:t>
            </a:r>
          </a:p>
        </p:txBody>
      </p:sp>
      <p:sp>
        <p:nvSpPr>
          <p:cNvPr id="2" name="">
            <a:extLst xmlns:a="http://schemas.openxmlformats.org/drawingml/2006/main">
              <a:ext uri="{FF2B5EF4-FFF2-40B4-BE49-F238E27FC236}">
                <a16:creationId xmlns:a16="http://schemas.microsoft.com/office/drawing/2014/main" id="{06C828F2-CBF8-426B-B3FE-894A41E716B1}"/>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Criterios de evaluación y evidencia</a:t>
            </a:r>
          </a:p>
        </p:txBody>
      </p:sp>
      <p:sp>
        <p:nvSpPr>
          <p:cNvPr id="3" name="">
            <a:extLst xmlns:a="http://schemas.openxmlformats.org/drawingml/2006/main">
              <a:ext uri="{FF2B5EF4-FFF2-40B4-BE49-F238E27FC236}">
                <a16:creationId xmlns:a16="http://schemas.microsoft.com/office/drawing/2014/main" id="{15B37678-8C10-4DEC-8C6D-EAC9AA3D1419}"/>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78C8FEE1-24E0-4A9F-9DFD-5DA65647C7E2}"/>
              </a:ext>
            </a:extLst>
          </p:cNvPr>
          <p:cNvGraphicFramePr/>
          <p:nvPr/>
        </p:nvGraphicFramePr>
        <p:xfrm>
          <a:off xmlns:a="http://schemas.openxmlformats.org/drawingml/2006/main" x="419100" y="1400175"/>
          <a:ext xmlns:a="http://schemas.openxmlformats.org/drawingml/2006/main" cx="8305800" cy="3286125"/>
        </p:xfrm>
        <a:graphic xmlns:a="http://schemas.openxmlformats.org/drawingml/2006/main">
          <a:graphicData uri="http://schemas.openxmlformats.org/drawingml/2006/table">
            <a:tbl>
              <a:tblPr/>
              <a:tblGrid>
                <a:gridCol w="2095500"/>
                <a:gridCol w="571500"/>
                <a:gridCol w="5638800"/>
              </a:tblGrid>
              <a:tr h="469446">
                <a:tc>
                  <a:txBody>
                    <a:bodyPr/>
                    <a:lstStyle/>
                    <a:p>
                      <a:r>
                        <a:rPr sz="1200" b="1">
                          <a:solidFill>
                            <a:srgbClr val="182C40"/>
                          </a:solidFill>
                        </a:rPr>
                        <a:t>Criterio</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00" b="1">
                          <a:solidFill>
                            <a:srgbClr val="182C40"/>
                          </a:solidFill>
                        </a:rPr>
                        <a:t>Pts.</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00" b="1">
                          <a:solidFill>
                            <a:srgbClr val="182C40"/>
                          </a:solidFill>
                        </a:rPr>
                        <a:t>Evidencia para la sustentación</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469446">
                <a:tc>
                  <a:txBody>
                    <a:bodyPr/>
                    <a:lstStyle/>
                    <a:p>
                      <a:r>
                        <a:rPr sz="1200" b="0">
                          <a:solidFill>
                            <a:srgbClr val="182C40"/>
                          </a:solidFill>
                        </a:rPr>
                        <a:t>Diseño de la solución</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3</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MVC, DAO, SRP de SOLID y controles de seguridad</a:t>
                      </a:r>
                    </a:p>
                  </a:txBody>
                  <a:tcPr marL="91440" marR="91440" marT="45720" marB="45720">
                    <a:lnR w="5715">
                      <a:solidFill>
                        <a:srgbClr val="CEDAE0"/>
                      </a:solidFill>
                      <a:prstDash val="solid"/>
                    </a:lnR>
                    <a:lnB w="5715">
                      <a:solidFill>
                        <a:srgbClr val="CEDAE0"/>
                      </a:solidFill>
                      <a:prstDash val="solid"/>
                    </a:lnB>
                    <a:solidFill>
                      <a:srgbClr val="FFFFFF"/>
                    </a:solidFill>
                  </a:tcPr>
                </a:tc>
              </a:tr>
              <a:tr h="469446">
                <a:tc>
                  <a:txBody>
                    <a:bodyPr/>
                    <a:lstStyle/>
                    <a:p>
                      <a:r>
                        <a:rPr sz="1200" b="0">
                          <a:solidFill>
                            <a:srgbClr val="182C40"/>
                          </a:solidFill>
                        </a:rPr>
                        <a:t>Recursos Java</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2</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Guava, POI, Commons Lang3 y Logback</a:t>
                      </a:r>
                    </a:p>
                  </a:txBody>
                  <a:tcPr marL="91440" marR="91440" marT="45720" marB="45720">
                    <a:lnR w="5715">
                      <a:solidFill>
                        <a:srgbClr val="CEDAE0"/>
                      </a:solidFill>
                      <a:prstDash val="solid"/>
                    </a:lnR>
                    <a:lnB w="5715">
                      <a:solidFill>
                        <a:srgbClr val="CEDAE0"/>
                      </a:solidFill>
                      <a:prstDash val="solid"/>
                    </a:lnB>
                    <a:solidFill>
                      <a:srgbClr val="F0F4F6"/>
                    </a:solidFill>
                  </a:tcPr>
                </a:tc>
              </a:tr>
              <a:tr h="469446">
                <a:tc>
                  <a:txBody>
                    <a:bodyPr/>
                    <a:lstStyle/>
                    <a:p>
                      <a:r>
                        <a:rPr sz="1200" b="0">
                          <a:solidFill>
                            <a:srgbClr val="182C40"/>
                          </a:solidFill>
                        </a:rPr>
                        <a:t>Control de versiones</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3</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Commits, ramas y publicación de cambios en GitHub</a:t>
                      </a:r>
                    </a:p>
                  </a:txBody>
                  <a:tcPr marL="91440" marR="91440" marT="45720" marB="45720">
                    <a:lnR w="5715">
                      <a:solidFill>
                        <a:srgbClr val="CEDAE0"/>
                      </a:solidFill>
                      <a:prstDash val="solid"/>
                    </a:lnR>
                    <a:lnB w="5715">
                      <a:solidFill>
                        <a:srgbClr val="CEDAE0"/>
                      </a:solidFill>
                      <a:prstDash val="solid"/>
                    </a:lnB>
                    <a:solidFill>
                      <a:srgbClr val="FFFFFF"/>
                    </a:solidFill>
                  </a:tcPr>
                </a:tc>
              </a:tr>
              <a:tr h="469446">
                <a:tc>
                  <a:txBody>
                    <a:bodyPr/>
                    <a:lstStyle/>
                    <a:p>
                      <a:r>
                        <a:rPr sz="1200" b="0">
                          <a:solidFill>
                            <a:srgbClr val="182C40"/>
                          </a:solidFill>
                        </a:rPr>
                        <a:t>Interfaces gráficas</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6</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7 FXML y recorrido de los módulos funcionales</a:t>
                      </a:r>
                    </a:p>
                  </a:txBody>
                  <a:tcPr marL="91440" marR="91440" marT="45720" marB="45720">
                    <a:lnR w="5715">
                      <a:solidFill>
                        <a:srgbClr val="CEDAE0"/>
                      </a:solidFill>
                      <a:prstDash val="solid"/>
                    </a:lnR>
                    <a:lnB w="5715">
                      <a:solidFill>
                        <a:srgbClr val="CEDAE0"/>
                      </a:solidFill>
                      <a:prstDash val="solid"/>
                    </a:lnB>
                    <a:solidFill>
                      <a:srgbClr val="F0F4F6"/>
                    </a:solidFill>
                  </a:tcPr>
                </a:tc>
              </a:tr>
              <a:tr h="469446">
                <a:tc>
                  <a:txBody>
                    <a:bodyPr/>
                    <a:lstStyle/>
                    <a:p>
                      <a:r>
                        <a:rPr sz="1200" b="0">
                          <a:solidFill>
                            <a:srgbClr val="182C40"/>
                          </a:solidFill>
                        </a:rPr>
                        <a:t>Producto final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4</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00" b="0">
                          <a:solidFill>
                            <a:srgbClr val="182C40"/>
                          </a:solidFill>
                        </a:rPr>
                        <a:t>Alcance, coherencia, buenas prácticas y autoría</a:t>
                      </a:r>
                    </a:p>
                  </a:txBody>
                  <a:tcPr marL="91440" marR="91440" marT="45720" marB="45720">
                    <a:lnR w="5715">
                      <a:solidFill>
                        <a:srgbClr val="CEDAE0"/>
                      </a:solidFill>
                      <a:prstDash val="solid"/>
                    </a:lnR>
                    <a:lnB w="5715">
                      <a:solidFill>
                        <a:srgbClr val="CEDAE0"/>
                      </a:solidFill>
                      <a:prstDash val="solid"/>
                    </a:lnB>
                    <a:solidFill>
                      <a:srgbClr val="FFFFFF"/>
                    </a:solidFill>
                  </a:tcPr>
                </a:tc>
              </a:tr>
              <a:tr h="469446">
                <a:tc>
                  <a:txBody>
                    <a:bodyPr/>
                    <a:lstStyle/>
                    <a:p>
                      <a:r>
                        <a:rPr sz="1200" b="0">
                          <a:solidFill>
                            <a:srgbClr val="182C40"/>
                          </a:solidFill>
                        </a:rPr>
                        <a:t>Sustentación oral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2</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00" b="0">
                          <a:solidFill>
                            <a:srgbClr val="182C40"/>
                          </a:solidFill>
                        </a:rPr>
                        <a:t>Secuencia clara y explicación del código</a:t>
                      </a:r>
                    </a:p>
                  </a:txBody>
                  <a:tcPr marL="91440" marR="91440" marT="45720" marB="45720">
                    <a:lnR w="5715">
                      <a:solidFill>
                        <a:srgbClr val="CEDAE0"/>
                      </a:solidFill>
                      <a:prstDash val="solid"/>
                    </a:lnR>
                    <a:lnB w="5715">
                      <a:solidFill>
                        <a:srgbClr val="CEDAE0"/>
                      </a:solidFill>
                      <a:prstDash val="solid"/>
                    </a:lnB>
                    <a:solidFill>
                      <a:srgbClr val="F0F4F6"/>
                    </a:solidFill>
                  </a:tcPr>
                </a:tc>
              </a:tr>
            </a:tbl>
          </a:graphicData>
        </a:graphic>
      </p:graphicFrame>
    </p:spTree>
    <p:extLst>
      <p:ext uri="{BB962C8B-B14F-4D97-AF65-F5344CB8AC3E}">
        <p14:creationId xmlns:p14="http://schemas.microsoft.com/office/powerpoint/2010/main" val="1788224113"/>
      </p:ext>
    </p:extLst>
  </p:cSld>
</p:sld>
</file>

<file path=ppt/slides/slide3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7B53961-D83B-484E-99C0-84CCF6B59A1D}"/>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DISEÑO DE LA SOLUCIÓN · 3 PUNTOS</a:t>
            </a:r>
          </a:p>
        </p:txBody>
      </p:sp>
      <p:sp>
        <p:nvSpPr>
          <p:cNvPr id="2" name="">
            <a:extLst xmlns:a="http://schemas.openxmlformats.org/drawingml/2006/main">
              <a:ext uri="{FF2B5EF4-FFF2-40B4-BE49-F238E27FC236}">
                <a16:creationId xmlns:a16="http://schemas.microsoft.com/office/drawing/2014/main" id="{974A1E77-F50B-49A0-BF3A-7C8951AC2B60}"/>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MVC, DAO y SOLID en una operación real</a:t>
            </a:r>
          </a:p>
        </p:txBody>
      </p:sp>
      <p:sp>
        <p:nvSpPr>
          <p:cNvPr id="3" name="">
            <a:extLst xmlns:a="http://schemas.openxmlformats.org/drawingml/2006/main">
              <a:ext uri="{FF2B5EF4-FFF2-40B4-BE49-F238E27FC236}">
                <a16:creationId xmlns:a16="http://schemas.microsoft.com/office/drawing/2014/main" id="{4EE084CB-7CDD-4490-B413-B89286DC7108}"/>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11C17C-D5A4-46B7-9D91-C0F2A2C02239}"/>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Vista y controlador</a:t>
            </a:r>
          </a:p>
        </p:txBody>
      </p:sp>
      <p:sp>
        <p:nvSpPr>
          <p:cNvPr id="5" name="">
            <a:extLst xmlns:a="http://schemas.openxmlformats.org/drawingml/2006/main">
              <a:ext uri="{FF2B5EF4-FFF2-40B4-BE49-F238E27FC236}">
                <a16:creationId xmlns:a16="http://schemas.microsoft.com/office/drawing/2014/main" id="{6AD2304B-BF37-4942-BBAE-71A1B3EE9D69}"/>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pacientes.fxml captura los datos. PacientesController atiende Guardar.</a:t>
            </a:r>
          </a:p>
        </p:txBody>
      </p:sp>
      <p:sp>
        <p:nvSpPr>
          <p:cNvPr id="6" name="">
            <a:extLst xmlns:a="http://schemas.openxmlformats.org/drawingml/2006/main">
              <a:ext uri="{FF2B5EF4-FFF2-40B4-BE49-F238E27FC236}">
                <a16:creationId xmlns:a16="http://schemas.microsoft.com/office/drawing/2014/main" id="{199BED75-7C1C-431C-B39A-75687434E2F1}"/>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00009A-8271-4AFB-B339-2FA02C8620BE}"/>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Validación</a:t>
            </a:r>
          </a:p>
        </p:txBody>
      </p:sp>
      <p:sp>
        <p:nvSpPr>
          <p:cNvPr id="8" name="">
            <a:extLst xmlns:a="http://schemas.openxmlformats.org/drawingml/2006/main">
              <a:ext uri="{FF2B5EF4-FFF2-40B4-BE49-F238E27FC236}">
                <a16:creationId xmlns:a16="http://schemas.microsoft.com/office/drawing/2014/main" id="{F2E94341-FC93-44E7-86CA-886759B8DBEF}"/>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PacienteValidator comprueba las reglas antes de solicitar el registro.</a:t>
            </a:r>
          </a:p>
        </p:txBody>
      </p:sp>
      <p:sp>
        <p:nvSpPr>
          <p:cNvPr id="9" name="">
            <a:extLst xmlns:a="http://schemas.openxmlformats.org/drawingml/2006/main">
              <a:ext uri="{FF2B5EF4-FFF2-40B4-BE49-F238E27FC236}">
                <a16:creationId xmlns:a16="http://schemas.microsoft.com/office/drawing/2014/main" id="{AD75E754-E0C3-49A2-B9F3-C4CD911EE8B7}"/>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7CD7738-71AA-4BBB-8D33-E5CFD711C424}"/>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Acceso a datos</a:t>
            </a:r>
          </a:p>
        </p:txBody>
      </p:sp>
      <p:sp>
        <p:nvSpPr>
          <p:cNvPr id="11" name="">
            <a:extLst xmlns:a="http://schemas.openxmlformats.org/drawingml/2006/main">
              <a:ext uri="{FF2B5EF4-FFF2-40B4-BE49-F238E27FC236}">
                <a16:creationId xmlns:a16="http://schemas.microsoft.com/office/drawing/2014/main" id="{C60D25CD-21DE-4D46-9A27-43E59A21AC24}"/>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PacienteDAO ejecuta SQL parametrizado mediante JDBC.</a:t>
            </a:r>
          </a:p>
        </p:txBody>
      </p:sp>
      <p:sp>
        <p:nvSpPr>
          <p:cNvPr id="12" name="">
            <a:extLst xmlns:a="http://schemas.openxmlformats.org/drawingml/2006/main">
              <a:ext uri="{FF2B5EF4-FFF2-40B4-BE49-F238E27FC236}">
                <a16:creationId xmlns:a16="http://schemas.microsoft.com/office/drawing/2014/main" id="{497E52D7-438B-4B4C-A13F-86575065F879}"/>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412767-5B58-4707-AAA8-4C48C9D7F92F}"/>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Responsabilidad única</a:t>
            </a:r>
          </a:p>
        </p:txBody>
      </p:sp>
      <p:sp>
        <p:nvSpPr>
          <p:cNvPr id="14" name="">
            <a:extLst xmlns:a="http://schemas.openxmlformats.org/drawingml/2006/main">
              <a:ext uri="{FF2B5EF4-FFF2-40B4-BE49-F238E27FC236}">
                <a16:creationId xmlns:a16="http://schemas.microsoft.com/office/drawing/2014/main" id="{F2E4B378-D919-4CEE-A2B3-D07E93094B0D}"/>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ExcelExporter exporta. El validador valida. El DAO persiste datos.</a:t>
            </a:r>
          </a:p>
        </p:txBody>
      </p:sp>
    </p:spTree>
    <p:extLst>
      <p:ext uri="{BB962C8B-B14F-4D97-AF65-F5344CB8AC3E}">
        <p14:creationId xmlns:p14="http://schemas.microsoft.com/office/powerpoint/2010/main" val="1409544707"/>
      </p:ext>
    </p:extLst>
  </p:cSld>
</p:sld>
</file>

<file path=ppt/slides/slide3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B16F50-941F-425D-AA08-19DD105956F0}"/>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DISEÑO DE LA SOLUCIÓN</a:t>
            </a:r>
          </a:p>
        </p:txBody>
      </p:sp>
      <p:sp>
        <p:nvSpPr>
          <p:cNvPr id="2" name="">
            <a:extLst xmlns:a="http://schemas.openxmlformats.org/drawingml/2006/main">
              <a:ext uri="{FF2B5EF4-FFF2-40B4-BE49-F238E27FC236}">
                <a16:creationId xmlns:a16="http://schemas.microsoft.com/office/drawing/2014/main" id="{365998CE-A564-4BFD-95E6-A3D176820D3B}"/>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SOLID: aplicación actual y mejoras</a:t>
            </a:r>
          </a:p>
        </p:txBody>
      </p:sp>
      <p:sp>
        <p:nvSpPr>
          <p:cNvPr id="3" name="">
            <a:extLst xmlns:a="http://schemas.openxmlformats.org/drawingml/2006/main">
              <a:ext uri="{FF2B5EF4-FFF2-40B4-BE49-F238E27FC236}">
                <a16:creationId xmlns:a16="http://schemas.microsoft.com/office/drawing/2014/main" id="{E730EA5D-C2DA-429E-B508-FC258069051B}"/>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EE718139-A6AE-4AF2-9FE6-56C9D5A1309E}"/>
              </a:ext>
            </a:extLst>
          </p:cNvPr>
          <p:cNvGraphicFramePr/>
          <p:nvPr/>
        </p:nvGraphicFramePr>
        <p:xfrm>
          <a:off xmlns:a="http://schemas.openxmlformats.org/drawingml/2006/main" x="419100" y="1457325"/>
          <a:ext xmlns:a="http://schemas.openxmlformats.org/drawingml/2006/main" cx="8305800" cy="3048000"/>
        </p:xfrm>
        <a:graphic xmlns:a="http://schemas.openxmlformats.org/drawingml/2006/main">
          <a:graphicData uri="http://schemas.openxmlformats.org/drawingml/2006/table">
            <a:tbl>
              <a:tblPr/>
              <a:tblGrid>
                <a:gridCol w="1476375"/>
                <a:gridCol w="6829425"/>
              </a:tblGrid>
              <a:tr h="508000">
                <a:tc>
                  <a:txBody>
                    <a:bodyPr/>
                    <a:lstStyle/>
                    <a:p>
                      <a:r>
                        <a:rPr sz="1350" b="1">
                          <a:solidFill>
                            <a:srgbClr val="182C40"/>
                          </a:solidFill>
                        </a:rPr>
                        <a:t>Principio</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350" b="1">
                          <a:solidFill>
                            <a:srgbClr val="182C40"/>
                          </a:solidFill>
                        </a:rPr>
                        <a:t>Situación en el proyecto</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508000">
                <a:tc>
                  <a:txBody>
                    <a:bodyPr/>
                    <a:lstStyle/>
                    <a:p>
                      <a:r>
                        <a:rPr sz="1350" b="0">
                          <a:solidFill>
                            <a:srgbClr val="182C40"/>
                          </a:solidFill>
                        </a:rPr>
                        <a:t>SRP</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Funciones separadas en PacienteValidator, PacienteDAO y ExcelExporter.</a:t>
                      </a:r>
                    </a:p>
                  </a:txBody>
                  <a:tcPr marL="91440" marR="91440" marT="45720" marB="45720">
                    <a:lnR w="5715">
                      <a:solidFill>
                        <a:srgbClr val="CEDAE0"/>
                      </a:solidFill>
                      <a:prstDash val="solid"/>
                    </a:lnR>
                    <a:lnB w="5715">
                      <a:solidFill>
                        <a:srgbClr val="CEDAE0"/>
                      </a:solidFill>
                      <a:prstDash val="solid"/>
                    </a:lnB>
                    <a:solidFill>
                      <a:srgbClr val="FFFFFF"/>
                    </a:solidFill>
                  </a:tcPr>
                </a:tc>
              </a:tr>
              <a:tr h="508000">
                <a:tc>
                  <a:txBody>
                    <a:bodyPr/>
                    <a:lstStyle/>
                    <a:p>
                      <a:r>
                        <a:rPr sz="1350" b="0">
                          <a:solidFill>
                            <a:srgbClr val="182C40"/>
                          </a:solidFill>
                        </a:rPr>
                        <a:t>OCP</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Utilidades reutilizables. Falta definir puntos de extensión mediante contratos.</a:t>
                      </a:r>
                    </a:p>
                  </a:txBody>
                  <a:tcPr marL="91440" marR="91440" marT="45720" marB="45720">
                    <a:lnR w="5715">
                      <a:solidFill>
                        <a:srgbClr val="CEDAE0"/>
                      </a:solidFill>
                      <a:prstDash val="solid"/>
                    </a:lnR>
                    <a:lnB w="5715">
                      <a:solidFill>
                        <a:srgbClr val="CEDAE0"/>
                      </a:solidFill>
                      <a:prstDash val="solid"/>
                    </a:lnB>
                    <a:solidFill>
                      <a:srgbClr val="F0F4F6"/>
                    </a:solidFill>
                  </a:tcPr>
                </a:tc>
              </a:tr>
              <a:tr h="508000">
                <a:tc>
                  <a:txBody>
                    <a:bodyPr/>
                    <a:lstStyle/>
                    <a:p>
                      <a:r>
                        <a:rPr sz="1350" b="0">
                          <a:solidFill>
                            <a:srgbClr val="182C40"/>
                          </a:solidFill>
                        </a:rPr>
                        <a:t>LSP</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No hay evidencia suficiente de jerarquías sustituibles.</a:t>
                      </a:r>
                    </a:p>
                  </a:txBody>
                  <a:tcPr marL="91440" marR="91440" marT="45720" marB="45720">
                    <a:lnR w="5715">
                      <a:solidFill>
                        <a:srgbClr val="CEDAE0"/>
                      </a:solidFill>
                      <a:prstDash val="solid"/>
                    </a:lnR>
                    <a:lnB w="5715">
                      <a:solidFill>
                        <a:srgbClr val="CEDAE0"/>
                      </a:solidFill>
                      <a:prstDash val="solid"/>
                    </a:lnB>
                    <a:solidFill>
                      <a:srgbClr val="FFFFFF"/>
                    </a:solidFill>
                  </a:tcPr>
                </a:tc>
              </a:tr>
              <a:tr h="508000">
                <a:tc>
                  <a:txBody>
                    <a:bodyPr/>
                    <a:lstStyle/>
                    <a:p>
                      <a:r>
                        <a:rPr sz="1350" b="0">
                          <a:solidFill>
                            <a:srgbClr val="182C40"/>
                          </a:solidFill>
                        </a:rPr>
                        <a:t>ISP</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Se recomienda definir interfaces pequeñas según cada consumidor.</a:t>
                      </a:r>
                    </a:p>
                  </a:txBody>
                  <a:tcPr marL="91440" marR="91440" marT="45720" marB="45720">
                    <a:lnR w="5715">
                      <a:solidFill>
                        <a:srgbClr val="CEDAE0"/>
                      </a:solidFill>
                      <a:prstDash val="solid"/>
                    </a:lnR>
                    <a:lnB w="5715">
                      <a:solidFill>
                        <a:srgbClr val="CEDAE0"/>
                      </a:solidFill>
                      <a:prstDash val="solid"/>
                    </a:lnB>
                    <a:solidFill>
                      <a:srgbClr val="F0F4F6"/>
                    </a:solidFill>
                  </a:tcPr>
                </a:tc>
              </a:tr>
              <a:tr h="508000">
                <a:tc>
                  <a:txBody>
                    <a:bodyPr/>
                    <a:lstStyle/>
                    <a:p>
                      <a:r>
                        <a:rPr sz="1350" b="0">
                          <a:solidFill>
                            <a:srgbClr val="182C40"/>
                          </a:solidFill>
                        </a:rPr>
                        <a:t>DIP</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Los controladores dependen de DAOs concretos. Mejora: interfaces e inyección.</a:t>
                      </a:r>
                    </a:p>
                  </a:txBody>
                  <a:tcPr marL="91440" marR="91440" marT="45720" marB="45720">
                    <a:lnR w="5715">
                      <a:solidFill>
                        <a:srgbClr val="CEDAE0"/>
                      </a:solidFill>
                      <a:prstDash val="solid"/>
                    </a:lnR>
                    <a:lnB w="5715">
                      <a:solidFill>
                        <a:srgbClr val="CEDAE0"/>
                      </a:solidFill>
                      <a:prstDash val="solid"/>
                    </a:lnB>
                    <a:solidFill>
                      <a:srgbClr val="FFFFFF"/>
                    </a:solidFill>
                  </a:tcPr>
                </a:tc>
              </a:tr>
            </a:tbl>
          </a:graphicData>
        </a:graphic>
      </p:graphicFrame>
    </p:spTree>
    <p:extLst>
      <p:ext uri="{BB962C8B-B14F-4D97-AF65-F5344CB8AC3E}">
        <p14:creationId xmlns:p14="http://schemas.microsoft.com/office/powerpoint/2010/main" val="768077862"/>
      </p:ext>
    </p:extLst>
  </p:cSld>
</p:sld>
</file>

<file path=ppt/slides/slide3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13ED8C-0392-46CE-A48C-282BAA78FEE9}"/>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DISEÑO DE LA SOLUCIÓN</a:t>
            </a:r>
          </a:p>
        </p:txBody>
      </p:sp>
      <p:sp>
        <p:nvSpPr>
          <p:cNvPr id="2" name="">
            <a:extLst xmlns:a="http://schemas.openxmlformats.org/drawingml/2006/main">
              <a:ext uri="{FF2B5EF4-FFF2-40B4-BE49-F238E27FC236}">
                <a16:creationId xmlns:a16="http://schemas.microsoft.com/office/drawing/2014/main" id="{4B3CA4BD-AA6C-4144-9BF7-F80354BF532E}"/>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Seguridad en el acceso y en los datos</a:t>
            </a:r>
          </a:p>
        </p:txBody>
      </p:sp>
      <p:sp>
        <p:nvSpPr>
          <p:cNvPr id="3" name="">
            <a:extLst xmlns:a="http://schemas.openxmlformats.org/drawingml/2006/main">
              <a:ext uri="{FF2B5EF4-FFF2-40B4-BE49-F238E27FC236}">
                <a16:creationId xmlns:a16="http://schemas.microsoft.com/office/drawing/2014/main" id="{1F20A5B8-A114-47FB-98BB-52BA8B89159E}"/>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32AAAB-3ACF-4270-97E5-3B5410645C19}"/>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Autenticación</a:t>
            </a:r>
          </a:p>
        </p:txBody>
      </p:sp>
      <p:sp>
        <p:nvSpPr>
          <p:cNvPr id="5" name="">
            <a:extLst xmlns:a="http://schemas.openxmlformats.org/drawingml/2006/main">
              <a:ext uri="{FF2B5EF4-FFF2-40B4-BE49-F238E27FC236}">
                <a16:creationId xmlns:a16="http://schemas.microsoft.com/office/drawing/2014/main" id="{3196DD8C-165D-4490-8C7B-072FC62C8EF4}"/>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UsuarioDAO consulta usuarios activos y verifica la contraseña con BCrypt.</a:t>
            </a:r>
          </a:p>
        </p:txBody>
      </p:sp>
      <p:sp>
        <p:nvSpPr>
          <p:cNvPr id="6" name="">
            <a:extLst xmlns:a="http://schemas.openxmlformats.org/drawingml/2006/main">
              <a:ext uri="{FF2B5EF4-FFF2-40B4-BE49-F238E27FC236}">
                <a16:creationId xmlns:a16="http://schemas.microsoft.com/office/drawing/2014/main" id="{8C1E5B2A-BC5E-43C5-8163-B6C641E331E8}"/>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8E43D8-E6E8-4AB6-9274-21D48922807F}"/>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Protección de claves</a:t>
            </a:r>
          </a:p>
        </p:txBody>
      </p:sp>
      <p:sp>
        <p:nvSpPr>
          <p:cNvPr id="8" name="">
            <a:extLst xmlns:a="http://schemas.openxmlformats.org/drawingml/2006/main">
              <a:ext uri="{FF2B5EF4-FFF2-40B4-BE49-F238E27FC236}">
                <a16:creationId xmlns:a16="http://schemas.microsoft.com/office/drawing/2014/main" id="{BEC315CF-F6E5-4FD3-81B4-E4F0B265E6D8}"/>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El código migra claves antiguas a hashes BCrypt con costo 12.</a:t>
            </a:r>
          </a:p>
        </p:txBody>
      </p:sp>
      <p:sp>
        <p:nvSpPr>
          <p:cNvPr id="9" name="">
            <a:extLst xmlns:a="http://schemas.openxmlformats.org/drawingml/2006/main">
              <a:ext uri="{FF2B5EF4-FFF2-40B4-BE49-F238E27FC236}">
                <a16:creationId xmlns:a16="http://schemas.microsoft.com/office/drawing/2014/main" id="{9C245EC1-21C5-4A91-96F5-D4D720EE1298}"/>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2969614-5E41-48A0-81BE-110B5CD6C8CA}"/>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Consultas y entradas</a:t>
            </a:r>
          </a:p>
        </p:txBody>
      </p:sp>
      <p:sp>
        <p:nvSpPr>
          <p:cNvPr id="11" name="">
            <a:extLst xmlns:a="http://schemas.openxmlformats.org/drawingml/2006/main">
              <a:ext uri="{FF2B5EF4-FFF2-40B4-BE49-F238E27FC236}">
                <a16:creationId xmlns:a16="http://schemas.microsoft.com/office/drawing/2014/main" id="{BBEB4F14-1DAC-4A50-9AFF-83674FB20493}"/>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PreparedStatement parametriza valores. PacienteValidator valida formularios.</a:t>
            </a:r>
          </a:p>
        </p:txBody>
      </p:sp>
      <p:sp>
        <p:nvSpPr>
          <p:cNvPr id="12" name="">
            <a:extLst xmlns:a="http://schemas.openxmlformats.org/drawingml/2006/main">
              <a:ext uri="{FF2B5EF4-FFF2-40B4-BE49-F238E27FC236}">
                <a16:creationId xmlns:a16="http://schemas.microsoft.com/office/drawing/2014/main" id="{18B898F4-01C0-4B9C-AE5B-D96036CC09DF}"/>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BE3DA45-C6DB-4E82-B4CC-8CB128510026}"/>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Registro de eventos</a:t>
            </a:r>
          </a:p>
        </p:txBody>
      </p:sp>
      <p:sp>
        <p:nvSpPr>
          <p:cNvPr id="14" name="">
            <a:extLst xmlns:a="http://schemas.openxmlformats.org/drawingml/2006/main">
              <a:ext uri="{FF2B5EF4-FFF2-40B4-BE49-F238E27FC236}">
                <a16:creationId xmlns:a16="http://schemas.microsoft.com/office/drawing/2014/main" id="{2561E178-612E-4D46-BB39-53287D1F0D6E}"/>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LoginController registra accesos correctos y fallidos con SLF4J / Logback.</a:t>
            </a:r>
          </a:p>
        </p:txBody>
      </p:sp>
    </p:spTree>
    <p:extLst>
      <p:ext uri="{BB962C8B-B14F-4D97-AF65-F5344CB8AC3E}">
        <p14:creationId xmlns:p14="http://schemas.microsoft.com/office/powerpoint/2010/main" val="1042408335"/>
      </p:ext>
    </p:extLst>
  </p:cSld>
</p:sld>
</file>

<file path=ppt/slides/slide3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5C5713-2CB4-47B7-B367-E89C5CBF34F1}"/>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RECURSOS JAVA · 2 PUNTOS</a:t>
            </a:r>
          </a:p>
        </p:txBody>
      </p:sp>
      <p:sp>
        <p:nvSpPr>
          <p:cNvPr id="2" name="">
            <a:extLst xmlns:a="http://schemas.openxmlformats.org/drawingml/2006/main">
              <a:ext uri="{FF2B5EF4-FFF2-40B4-BE49-F238E27FC236}">
                <a16:creationId xmlns:a16="http://schemas.microsoft.com/office/drawing/2014/main" id="{52D246CF-D960-45B0-8EAA-0B5A2DE79568}"/>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Cuatro librerías de apoyo integradas</a:t>
            </a:r>
          </a:p>
        </p:txBody>
      </p:sp>
      <p:sp>
        <p:nvSpPr>
          <p:cNvPr id="3" name="">
            <a:extLst xmlns:a="http://schemas.openxmlformats.org/drawingml/2006/main">
              <a:ext uri="{FF2B5EF4-FFF2-40B4-BE49-F238E27FC236}">
                <a16:creationId xmlns:a16="http://schemas.microsoft.com/office/drawing/2014/main" id="{E978406D-16D2-4C88-9A3A-99CF274937CC}"/>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E1469AA4-99C9-4704-B7B6-0D6248A93569}"/>
              </a:ext>
            </a:extLst>
          </p:cNvPr>
          <p:cNvGraphicFramePr/>
          <p:nvPr/>
        </p:nvGraphicFramePr>
        <p:xfrm>
          <a:off xmlns:a="http://schemas.openxmlformats.org/drawingml/2006/main" x="419100" y="1466850"/>
          <a:ext xmlns:a="http://schemas.openxmlformats.org/drawingml/2006/main" cx="8305800" cy="2600325"/>
        </p:xfrm>
        <a:graphic xmlns:a="http://schemas.openxmlformats.org/drawingml/2006/main">
          <a:graphicData uri="http://schemas.openxmlformats.org/drawingml/2006/table">
            <a:tbl>
              <a:tblPr/>
              <a:tblGrid>
                <a:gridCol w="2095500"/>
                <a:gridCol w="1666875"/>
                <a:gridCol w="4543425"/>
              </a:tblGrid>
              <a:tr h="520065">
                <a:tc>
                  <a:txBody>
                    <a:bodyPr/>
                    <a:lstStyle/>
                    <a:p>
                      <a:r>
                        <a:rPr sz="1350" b="1">
                          <a:solidFill>
                            <a:srgbClr val="182C40"/>
                          </a:solidFill>
                        </a:rPr>
                        <a:t>Librería</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350" b="1">
                          <a:solidFill>
                            <a:srgbClr val="182C40"/>
                          </a:solidFill>
                        </a:rPr>
                        <a:t>Versión en Maven</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350" b="1">
                          <a:solidFill>
                            <a:srgbClr val="182C40"/>
                          </a:solidFill>
                        </a:rPr>
                        <a:t>Uso identificado</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520065">
                <a:tc>
                  <a:txBody>
                    <a:bodyPr/>
                    <a:lstStyle/>
                    <a:p>
                      <a:r>
                        <a:rPr sz="1350" b="0">
                          <a:solidFill>
                            <a:srgbClr val="182C40"/>
                          </a:solidFill>
                        </a:rPr>
                        <a:t>Google Guava</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33.4.8-jre</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DashboardHomeController: conteo por estado</a:t>
                      </a:r>
                    </a:p>
                  </a:txBody>
                  <a:tcPr marL="91440" marR="91440" marT="45720" marB="45720">
                    <a:lnR w="5715">
                      <a:solidFill>
                        <a:srgbClr val="CEDAE0"/>
                      </a:solidFill>
                      <a:prstDash val="solid"/>
                    </a:lnR>
                    <a:lnB w="5715">
                      <a:solidFill>
                        <a:srgbClr val="CEDAE0"/>
                      </a:solidFill>
                      <a:prstDash val="solid"/>
                    </a:lnB>
                    <a:solidFill>
                      <a:srgbClr val="FFFFFF"/>
                    </a:solidFill>
                  </a:tcPr>
                </a:tc>
              </a:tr>
              <a:tr h="520065">
                <a:tc>
                  <a:txBody>
                    <a:bodyPr/>
                    <a:lstStyle/>
                    <a:p>
                      <a:r>
                        <a:rPr sz="1350" b="0">
                          <a:solidFill>
                            <a:srgbClr val="182C40"/>
                          </a:solidFill>
                        </a:rPr>
                        <a:t>Apache POI</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5.4.1</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ExcelExporter: archivos .xlsx</a:t>
                      </a:r>
                    </a:p>
                  </a:txBody>
                  <a:tcPr marL="91440" marR="91440" marT="45720" marB="45720">
                    <a:lnR w="5715">
                      <a:solidFill>
                        <a:srgbClr val="CEDAE0"/>
                      </a:solidFill>
                      <a:prstDash val="solid"/>
                    </a:lnR>
                    <a:lnB w="5715">
                      <a:solidFill>
                        <a:srgbClr val="CEDAE0"/>
                      </a:solidFill>
                      <a:prstDash val="solid"/>
                    </a:lnB>
                    <a:solidFill>
                      <a:srgbClr val="F0F4F6"/>
                    </a:solidFill>
                  </a:tcPr>
                </a:tc>
              </a:tr>
              <a:tr h="520065">
                <a:tc>
                  <a:txBody>
                    <a:bodyPr/>
                    <a:lstStyle/>
                    <a:p>
                      <a:r>
                        <a:rPr sz="1350" b="0">
                          <a:solidFill>
                            <a:srgbClr val="182C40"/>
                          </a:solidFill>
                        </a:rPr>
                        <a:t>Commons Lang3</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3.18.0</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PacienteValidator: StringUtils</a:t>
                      </a:r>
                    </a:p>
                  </a:txBody>
                  <a:tcPr marL="91440" marR="91440" marT="45720" marB="45720">
                    <a:lnR w="5715">
                      <a:solidFill>
                        <a:srgbClr val="CEDAE0"/>
                      </a:solidFill>
                      <a:prstDash val="solid"/>
                    </a:lnR>
                    <a:lnB w="5715">
                      <a:solidFill>
                        <a:srgbClr val="CEDAE0"/>
                      </a:solidFill>
                      <a:prstDash val="solid"/>
                    </a:lnB>
                    <a:solidFill>
                      <a:srgbClr val="FFFFFF"/>
                    </a:solidFill>
                  </a:tcPr>
                </a:tc>
              </a:tr>
              <a:tr h="520065">
                <a:tc>
                  <a:txBody>
                    <a:bodyPr/>
                    <a:lstStyle/>
                    <a:p>
                      <a:r>
                        <a:rPr sz="1350" b="0">
                          <a:solidFill>
                            <a:srgbClr val="182C40"/>
                          </a:solidFill>
                        </a:rPr>
                        <a:t>Logback / SLF4J</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1.5.18 / 2.0.17</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Consola y archivos de registro</a:t>
                      </a:r>
                    </a:p>
                  </a:txBody>
                  <a:tcPr marL="91440" marR="91440" marT="45720" marB="45720">
                    <a:lnR w="5715">
                      <a:solidFill>
                        <a:srgbClr val="CEDAE0"/>
                      </a:solidFill>
                      <a:prstDash val="solid"/>
                    </a:lnR>
                    <a:lnB w="5715">
                      <a:solidFill>
                        <a:srgbClr val="CEDAE0"/>
                      </a:solidFill>
                      <a:prstDash val="solid"/>
                    </a:lnB>
                    <a:solidFill>
                      <a:srgbClr val="F0F4F6"/>
                    </a:solidFill>
                  </a:tcPr>
                </a:tc>
              </a:tr>
            </a:tbl>
          </a:graphicData>
        </a:graphic>
      </p:graphicFrame>
      <p:sp>
        <p:nvSpPr>
          <p:cNvPr id="5" name="">
            <a:extLst xmlns:a="http://schemas.openxmlformats.org/drawingml/2006/main">
              <a:ext uri="{FF2B5EF4-FFF2-40B4-BE49-F238E27FC236}">
                <a16:creationId xmlns:a16="http://schemas.microsoft.com/office/drawing/2014/main" id="{2A5E1FBD-81C5-4EC5-9B0C-C00FEDE8C31B}"/>
              </a:ext>
            </a:extLst>
          </p:cNvPr>
          <p:cNvSpPr>
            <a:spLocks xmlns:a="http://schemas.openxmlformats.org/drawingml/2006/main" noGrp="1"/>
          </p:cNvSpPr>
          <p:nvPr/>
        </p:nvSpPr>
        <p:spPr>
          <a:xfrm xmlns:a="http://schemas.openxmlformats.org/drawingml/2006/main">
            <a:off x="419100" y="4305300"/>
            <a:ext cx="830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182C40"/>
                </a:solidFill>
              </a:defRPr>
            </a:defPPr>
            <a:lvl1pPr>
              <a:defRPr sz="1350" b="0">
                <a:solidFill>
                  <a:srgbClr val="182C40"/>
                </a:solidFill>
              </a:defRPr>
            </a:lvl1pPr>
            <a:lvl2pPr>
              <a:defRPr sz="1350" b="0">
                <a:solidFill>
                  <a:srgbClr val="182C40"/>
                </a:solidFill>
              </a:defRPr>
            </a:lvl2pPr>
            <a:lvl3pPr>
              <a:defRPr sz="1350" b="0">
                <a:solidFill>
                  <a:srgbClr val="182C40"/>
                </a:solidFill>
              </a:defRPr>
            </a:lvl3pPr>
            <a:lvl4pPr>
              <a:defRPr sz="1350" b="0">
                <a:solidFill>
                  <a:srgbClr val="182C40"/>
                </a:solidFill>
              </a:defRPr>
            </a:lvl4pPr>
            <a:lvl5pPr>
              <a:defRPr sz="1350" b="0">
                <a:solidFill>
                  <a:srgbClr val="182C40"/>
                </a:solidFill>
              </a:defRPr>
            </a:lvl5pPr>
            <a:lvl6pPr>
              <a:defRPr sz="1350" b="0">
                <a:solidFill>
                  <a:srgbClr val="182C40"/>
                </a:solidFill>
              </a:defRPr>
            </a:lvl6pPr>
            <a:lvl7pPr>
              <a:defRPr sz="1350" b="0">
                <a:solidFill>
                  <a:srgbClr val="182C40"/>
                </a:solidFill>
              </a:defRPr>
            </a:lvl7pPr>
            <a:lvl8pPr>
              <a:defRPr sz="1350" b="0">
                <a:solidFill>
                  <a:srgbClr val="182C40"/>
                </a:solidFill>
              </a:defRPr>
            </a:lvl8pPr>
            <a:lvl9pPr>
              <a:defRPr sz="1350" b="0">
                <a:solidFill>
                  <a:srgbClr val="182C40"/>
                </a:solidFill>
              </a:defRPr>
            </a:lvl9pPr>
          </a:lstStyle>
          <a:p xmlns:a="http://schemas.openxmlformats.org/drawingml/2006/main">
            <a:pPr>
              <a:defRPr sz="1350" b="0">
                <a:solidFill>
                  <a:srgbClr val="182C40"/>
                </a:solidFill>
              </a:defRPr>
            </a:pPr>
            <a:r>
              <a:rPr sz="1350" b="0">
                <a:solidFill>
                  <a:srgbClr val="182C40"/>
                </a:solidFill>
              </a:rPr>
              <a:t>Complementos: jBCrypt 0.4 para contraseñas y JUnit 5.10.2 para pruebas.</a:t>
            </a:r>
          </a:p>
        </p:txBody>
      </p:sp>
    </p:spTree>
    <p:extLst>
      <p:ext uri="{BB962C8B-B14F-4D97-AF65-F5344CB8AC3E}">
        <p14:creationId xmlns:p14="http://schemas.microsoft.com/office/powerpoint/2010/main" val="417919253"/>
      </p:ext>
    </p:extLst>
  </p:cSld>
</p:sld>
</file>

<file path=ppt/slides/slide3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BFB627-3A59-4AF0-A6DE-4EEAA96BFC1A}"/>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RECURSOS JAVA</a:t>
            </a:r>
          </a:p>
        </p:txBody>
      </p:sp>
      <p:sp>
        <p:nvSpPr>
          <p:cNvPr id="2" name="">
            <a:extLst xmlns:a="http://schemas.openxmlformats.org/drawingml/2006/main">
              <a:ext uri="{FF2B5EF4-FFF2-40B4-BE49-F238E27FC236}">
                <a16:creationId xmlns:a16="http://schemas.microsoft.com/office/drawing/2014/main" id="{ABA7FDB6-DC9B-42F8-8460-9315795B6F80}"/>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Guava organiza las estadísticas de citas</a:t>
            </a:r>
          </a:p>
        </p:txBody>
      </p:sp>
      <p:sp>
        <p:nvSpPr>
          <p:cNvPr id="3" name="">
            <a:extLst xmlns:a="http://schemas.openxmlformats.org/drawingml/2006/main">
              <a:ext uri="{FF2B5EF4-FFF2-40B4-BE49-F238E27FC236}">
                <a16:creationId xmlns:a16="http://schemas.microsoft.com/office/drawing/2014/main" id="{10A200FA-95A9-4211-8490-8D21E052A9B2}"/>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C0A3E5-B7DB-4FB1-9513-F97DED77684B}"/>
              </a:ext>
            </a:extLst>
          </p:cNvPr>
          <p:cNvSpPr>
            <a:spLocks xmlns:a="http://schemas.openxmlformats.org/drawingml/2006/main" noGrp="1"/>
          </p:cNvSpPr>
          <p:nvPr/>
        </p:nvSpPr>
        <p:spPr>
          <a:xfrm xmlns:a="http://schemas.openxmlformats.org/drawingml/2006/main">
            <a:off x="419100" y="147637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Implementación</a:t>
            </a:r>
          </a:p>
        </p:txBody>
      </p:sp>
      <p:sp>
        <p:nvSpPr>
          <p:cNvPr id="5" name="">
            <a:extLst xmlns:a="http://schemas.openxmlformats.org/drawingml/2006/main">
              <a:ext uri="{FF2B5EF4-FFF2-40B4-BE49-F238E27FC236}">
                <a16:creationId xmlns:a16="http://schemas.microsoft.com/office/drawing/2014/main" id="{2714D4D0-F9C1-420F-8613-32B129C33857}"/>
              </a:ext>
            </a:extLst>
          </p:cNvPr>
          <p:cNvSpPr>
            <a:spLocks xmlns:a="http://schemas.openxmlformats.org/drawingml/2006/main" noGrp="1"/>
          </p:cNvSpPr>
          <p:nvPr/>
        </p:nvSpPr>
        <p:spPr>
          <a:xfrm xmlns:a="http://schemas.openxmlformats.org/drawingml/2006/main">
            <a:off x="419100" y="1962150"/>
            <a:ext cx="38576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DashboardHomeController usa HashMultiset para agrupar citas por estado.</a:t>
            </a:r>
          </a:p>
          <a:p xmlns:a="http://schemas.openxmlformats.org/drawingml/2006/main">
            <a:r>
              <a:t/>
            </a:r>
          </a:p>
          <a:p xmlns:a="http://schemas.openxmlformats.org/drawingml/2006/main">
            <a:pPr>
              <a:defRPr sz="1575" b="0">
                <a:solidFill>
                  <a:srgbClr val="182C40"/>
                </a:solidFill>
              </a:defRPr>
            </a:pPr>
            <a:r>
              <a:rPr sz="1575" b="0">
                <a:solidFill>
                  <a:srgbClr val="182C40"/>
                </a:solidFill>
              </a:rPr>
              <a:t>Cada cita con estado válido incrementa su contador.</a:t>
            </a:r>
          </a:p>
        </p:txBody>
      </p:sp>
      <p:sp>
        <p:nvSpPr>
          <p:cNvPr id="6" name="">
            <a:extLst xmlns:a="http://schemas.openxmlformats.org/drawingml/2006/main">
              <a:ext uri="{FF2B5EF4-FFF2-40B4-BE49-F238E27FC236}">
                <a16:creationId xmlns:a16="http://schemas.microsoft.com/office/drawing/2014/main" id="{8720DF9C-9A94-4A9C-8845-02A159B9F087}"/>
              </a:ext>
            </a:extLst>
          </p:cNvPr>
          <p:cNvSpPr>
            <a:spLocks xmlns:a="http://schemas.openxmlformats.org/drawingml/2006/main" noGrp="1"/>
          </p:cNvSpPr>
          <p:nvPr/>
        </p:nvSpPr>
        <p:spPr>
          <a:xfrm xmlns:a="http://schemas.openxmlformats.org/drawingml/2006/main">
            <a:off x="4467225" y="1457325"/>
            <a:ext cx="19050" cy="2933700"/>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11BC28-3A7B-4E44-8185-D1C2FDA563B4}"/>
              </a:ext>
            </a:extLst>
          </p:cNvPr>
          <p:cNvSpPr>
            <a:spLocks xmlns:a="http://schemas.openxmlformats.org/drawingml/2006/main" noGrp="1"/>
          </p:cNvSpPr>
          <p:nvPr/>
        </p:nvSpPr>
        <p:spPr>
          <a:xfrm xmlns:a="http://schemas.openxmlformats.org/drawingml/2006/main">
            <a:off x="4733925" y="1476375"/>
            <a:ext cx="3990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Resultado visible</a:t>
            </a:r>
          </a:p>
        </p:txBody>
      </p:sp>
      <p:sp>
        <p:nvSpPr>
          <p:cNvPr id="8" name="">
            <a:extLst xmlns:a="http://schemas.openxmlformats.org/drawingml/2006/main">
              <a:ext uri="{FF2B5EF4-FFF2-40B4-BE49-F238E27FC236}">
                <a16:creationId xmlns:a16="http://schemas.microsoft.com/office/drawing/2014/main" id="{6C6790A8-AAD4-4019-AF24-63D7BB99B497}"/>
              </a:ext>
            </a:extLst>
          </p:cNvPr>
          <p:cNvSpPr>
            <a:spLocks xmlns:a="http://schemas.openxmlformats.org/drawingml/2006/main" noGrp="1"/>
          </p:cNvSpPr>
          <p:nvPr/>
        </p:nvSpPr>
        <p:spPr>
          <a:xfrm xmlns:a="http://schemas.openxmlformats.org/drawingml/2006/main">
            <a:off x="4733925" y="1962150"/>
            <a:ext cx="39909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El dashboard muestra el total de citas programadas, completadas y canceladas.</a:t>
            </a:r>
          </a:p>
          <a:p xmlns:a="http://schemas.openxmlformats.org/drawingml/2006/main">
            <a:r>
              <a:t/>
            </a:r>
          </a:p>
          <a:p xmlns:a="http://schemas.openxmlformats.org/drawingml/2006/main">
            <a:pPr>
              <a:defRPr sz="1575" b="0">
                <a:solidFill>
                  <a:srgbClr val="182C40"/>
                </a:solidFill>
              </a:defRPr>
            </a:pPr>
            <a:r>
              <a:rPr sz="1575" b="0">
                <a:solidFill>
                  <a:srgbClr val="182C40"/>
                </a:solidFill>
              </a:rPr>
              <a:t>Los valores provienen de las citas consultadas.</a:t>
            </a:r>
          </a:p>
        </p:txBody>
      </p:sp>
    </p:spTree>
    <p:extLst>
      <p:ext uri="{BB962C8B-B14F-4D97-AF65-F5344CB8AC3E}">
        <p14:creationId xmlns:p14="http://schemas.microsoft.com/office/powerpoint/2010/main" val="665564930"/>
      </p:ext>
    </p:extLst>
  </p:cSld>
</p:sld>
</file>

<file path=ppt/slides/slide3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5F455C3-EF27-4068-BCCE-4F1CB752FAEC}"/>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RECURSOS JAVA</a:t>
            </a:r>
          </a:p>
        </p:txBody>
      </p:sp>
      <p:sp>
        <p:nvSpPr>
          <p:cNvPr id="2" name="">
            <a:extLst xmlns:a="http://schemas.openxmlformats.org/drawingml/2006/main">
              <a:ext uri="{FF2B5EF4-FFF2-40B4-BE49-F238E27FC236}">
                <a16:creationId xmlns:a16="http://schemas.microsoft.com/office/drawing/2014/main" id="{DDD038B4-B4D2-4CC2-89C4-CB5A077B162B}"/>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Apache POI genera reportes Excel</a:t>
            </a:r>
          </a:p>
        </p:txBody>
      </p:sp>
      <p:sp>
        <p:nvSpPr>
          <p:cNvPr id="3" name="">
            <a:extLst xmlns:a="http://schemas.openxmlformats.org/drawingml/2006/main">
              <a:ext uri="{FF2B5EF4-FFF2-40B4-BE49-F238E27FC236}">
                <a16:creationId xmlns:a16="http://schemas.microsoft.com/office/drawing/2014/main" id="{EE726152-A6BD-4295-8ED2-04E012A143C9}"/>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FAB077-BD56-4A13-830C-F15A3AF6DBE9}"/>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Origen</a:t>
            </a:r>
          </a:p>
        </p:txBody>
      </p:sp>
      <p:sp>
        <p:nvSpPr>
          <p:cNvPr id="5" name="">
            <a:extLst xmlns:a="http://schemas.openxmlformats.org/drawingml/2006/main">
              <a:ext uri="{FF2B5EF4-FFF2-40B4-BE49-F238E27FC236}">
                <a16:creationId xmlns:a16="http://schemas.microsoft.com/office/drawing/2014/main" id="{828AF331-989C-4193-961A-C383315B6973}"/>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PacientesController, DoctoresController y CitasController solicitan la exportación.</a:t>
            </a:r>
          </a:p>
        </p:txBody>
      </p:sp>
      <p:sp>
        <p:nvSpPr>
          <p:cNvPr id="6" name="">
            <a:extLst xmlns:a="http://schemas.openxmlformats.org/drawingml/2006/main">
              <a:ext uri="{FF2B5EF4-FFF2-40B4-BE49-F238E27FC236}">
                <a16:creationId xmlns:a16="http://schemas.microsoft.com/office/drawing/2014/main" id="{F8E629F0-ED4F-4DEF-9DD6-4560EC827B29}"/>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EDFE4A0-C687-4245-86DE-9D92E353904B}"/>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Construcción</a:t>
            </a:r>
          </a:p>
        </p:txBody>
      </p:sp>
      <p:sp>
        <p:nvSpPr>
          <p:cNvPr id="8" name="">
            <a:extLst xmlns:a="http://schemas.openxmlformats.org/drawingml/2006/main">
              <a:ext uri="{FF2B5EF4-FFF2-40B4-BE49-F238E27FC236}">
                <a16:creationId xmlns:a16="http://schemas.microsoft.com/office/drawing/2014/main" id="{65EE2A16-6545-4755-A464-7C5B506458CD}"/>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ExcelExporter crea un XSSFWorkbook, hoja, encabezados y filas.</a:t>
            </a:r>
          </a:p>
        </p:txBody>
      </p:sp>
      <p:sp>
        <p:nvSpPr>
          <p:cNvPr id="9" name="">
            <a:extLst xmlns:a="http://schemas.openxmlformats.org/drawingml/2006/main">
              <a:ext uri="{FF2B5EF4-FFF2-40B4-BE49-F238E27FC236}">
                <a16:creationId xmlns:a16="http://schemas.microsoft.com/office/drawing/2014/main" id="{F8C2D568-720E-4C32-8477-E786237E1FD6}"/>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64A2C2-D2C2-4E3E-9B64-7EBCB2463F25}"/>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Presentación</a:t>
            </a:r>
          </a:p>
        </p:txBody>
      </p:sp>
      <p:sp>
        <p:nvSpPr>
          <p:cNvPr id="11" name="">
            <a:extLst xmlns:a="http://schemas.openxmlformats.org/drawingml/2006/main">
              <a:ext uri="{FF2B5EF4-FFF2-40B4-BE49-F238E27FC236}">
                <a16:creationId xmlns:a16="http://schemas.microsoft.com/office/drawing/2014/main" id="{BE47D707-0153-4781-894B-72A3E4FB8CAA}"/>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El archivo incluye autofiltro, encabezado con estilo y primera fila inmovilizada.</a:t>
            </a:r>
          </a:p>
        </p:txBody>
      </p:sp>
      <p:sp>
        <p:nvSpPr>
          <p:cNvPr id="12" name="">
            <a:extLst xmlns:a="http://schemas.openxmlformats.org/drawingml/2006/main">
              <a:ext uri="{FF2B5EF4-FFF2-40B4-BE49-F238E27FC236}">
                <a16:creationId xmlns:a16="http://schemas.microsoft.com/office/drawing/2014/main" id="{35049BCC-C71C-46F9-9BC8-C751FDFA2E48}"/>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5F5CAA9-E649-429B-9FC3-05124AD09C3B}"/>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Demostración</a:t>
            </a:r>
          </a:p>
        </p:txBody>
      </p:sp>
      <p:sp>
        <p:nvSpPr>
          <p:cNvPr id="14" name="">
            <a:extLst xmlns:a="http://schemas.openxmlformats.org/drawingml/2006/main">
              <a:ext uri="{FF2B5EF4-FFF2-40B4-BE49-F238E27FC236}">
                <a16:creationId xmlns:a16="http://schemas.microsoft.com/office/drawing/2014/main" id="{43F6BAF8-4B19-4C08-B466-823632F2A315}"/>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Exportar, abrir el .xlsx y comparar sus registros con los datos seleccionados.</a:t>
            </a:r>
          </a:p>
        </p:txBody>
      </p:sp>
    </p:spTree>
    <p:extLst>
      <p:ext uri="{BB962C8B-B14F-4D97-AF65-F5344CB8AC3E}">
        <p14:creationId xmlns:p14="http://schemas.microsoft.com/office/powerpoint/2010/main" val="1608392128"/>
      </p:ext>
    </p:extLst>
  </p:cSld>
</p:sld>
</file>

<file path=ppt/slides/slide3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E2ADEB-0E81-4C29-9E2E-F905CAD054B4}"/>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RECURSOS JAVA</a:t>
            </a:r>
          </a:p>
        </p:txBody>
      </p:sp>
      <p:sp>
        <p:nvSpPr>
          <p:cNvPr id="2" name="">
            <a:extLst xmlns:a="http://schemas.openxmlformats.org/drawingml/2006/main">
              <a:ext uri="{FF2B5EF4-FFF2-40B4-BE49-F238E27FC236}">
                <a16:creationId xmlns:a16="http://schemas.microsoft.com/office/drawing/2014/main" id="{DDBF95BA-F2AD-46FF-96FE-1745A5A347A8}"/>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Validación de datos con Commons Lang3</a:t>
            </a:r>
          </a:p>
        </p:txBody>
      </p:sp>
      <p:sp>
        <p:nvSpPr>
          <p:cNvPr id="3" name="">
            <a:extLst xmlns:a="http://schemas.openxmlformats.org/drawingml/2006/main">
              <a:ext uri="{FF2B5EF4-FFF2-40B4-BE49-F238E27FC236}">
                <a16:creationId xmlns:a16="http://schemas.microsoft.com/office/drawing/2014/main" id="{391B4923-164B-4C04-9162-8BF0F17DE6AE}"/>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808C6AB4-39E1-467D-AE93-97AFCED0D03E}"/>
              </a:ext>
            </a:extLst>
          </p:cNvPr>
          <p:cNvGraphicFramePr/>
          <p:nvPr/>
        </p:nvGraphicFramePr>
        <p:xfrm>
          <a:off xmlns:a="http://schemas.openxmlformats.org/drawingml/2006/main" x="419100" y="1428750"/>
          <a:ext xmlns:a="http://schemas.openxmlformats.org/drawingml/2006/main" cx="8305800" cy="3133725"/>
        </p:xfrm>
        <a:graphic xmlns:a="http://schemas.openxmlformats.org/drawingml/2006/main">
          <a:graphicData uri="http://schemas.openxmlformats.org/drawingml/2006/table">
            <a:tbl>
              <a:tblPr/>
              <a:tblGrid>
                <a:gridCol w="1714500"/>
                <a:gridCol w="3238500"/>
                <a:gridCol w="3352800"/>
              </a:tblGrid>
              <a:tr h="522288">
                <a:tc>
                  <a:txBody>
                    <a:bodyPr/>
                    <a:lstStyle/>
                    <a:p>
                      <a:r>
                        <a:rPr sz="1275" b="1">
                          <a:solidFill>
                            <a:srgbClr val="182C40"/>
                          </a:solidFill>
                        </a:rPr>
                        <a:t>Campo</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Regla del validador</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Respuesta esperada</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522288">
                <a:tc>
                  <a:txBody>
                    <a:bodyPr/>
                    <a:lstStyle/>
                    <a:p>
                      <a:r>
                        <a:rPr sz="1275" b="0">
                          <a:solidFill>
                            <a:srgbClr val="182C40"/>
                          </a:solidFill>
                        </a:rPr>
                        <a:t>DNI / cédula</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8 dígitos</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Rechazar longitud o contenido incorrecto</a:t>
                      </a:r>
                    </a:p>
                  </a:txBody>
                  <a:tcPr marL="91440" marR="91440" marT="45720" marB="45720">
                    <a:lnR w="5715">
                      <a:solidFill>
                        <a:srgbClr val="CEDAE0"/>
                      </a:solidFill>
                      <a:prstDash val="solid"/>
                    </a:lnR>
                    <a:lnB w="5715">
                      <a:solidFill>
                        <a:srgbClr val="CEDAE0"/>
                      </a:solidFill>
                      <a:prstDash val="solid"/>
                    </a:lnB>
                    <a:solidFill>
                      <a:srgbClr val="FFFFFF"/>
                    </a:solidFill>
                  </a:tcPr>
                </a:tc>
              </a:tr>
              <a:tr h="522288">
                <a:tc>
                  <a:txBody>
                    <a:bodyPr/>
                    <a:lstStyle/>
                    <a:p>
                      <a:r>
                        <a:rPr sz="1275" b="0">
                          <a:solidFill>
                            <a:srgbClr val="182C40"/>
                          </a:solidFill>
                        </a:rPr>
                        <a:t>Nombre y apellido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Obligatorios, mínimo 2 caracteres</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Rechazar entradas vacías o solo espacios</a:t>
                      </a:r>
                    </a:p>
                  </a:txBody>
                  <a:tcPr marL="91440" marR="91440" marT="45720" marB="45720">
                    <a:lnR w="5715">
                      <a:solidFill>
                        <a:srgbClr val="CEDAE0"/>
                      </a:solidFill>
                      <a:prstDash val="solid"/>
                    </a:lnR>
                    <a:lnB w="5715">
                      <a:solidFill>
                        <a:srgbClr val="CEDAE0"/>
                      </a:solidFill>
                      <a:prstDash val="solid"/>
                    </a:lnB>
                    <a:solidFill>
                      <a:srgbClr val="F0F4F6"/>
                    </a:solidFill>
                  </a:tcPr>
                </a:tc>
              </a:tr>
              <a:tr h="522288">
                <a:tc>
                  <a:txBody>
                    <a:bodyPr/>
                    <a:lstStyle/>
                    <a:p>
                      <a:r>
                        <a:rPr sz="1275" b="0">
                          <a:solidFill>
                            <a:srgbClr val="182C40"/>
                          </a:solidFill>
                        </a:rPr>
                        <a:t>Correo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Formato válido cuando se informa</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Mostrar error si el formato no cumple</a:t>
                      </a:r>
                    </a:p>
                  </a:txBody>
                  <a:tcPr marL="91440" marR="91440" marT="45720" marB="45720">
                    <a:lnR w="5715">
                      <a:solidFill>
                        <a:srgbClr val="CEDAE0"/>
                      </a:solidFill>
                      <a:prstDash val="solid"/>
                    </a:lnR>
                    <a:lnB w="5715">
                      <a:solidFill>
                        <a:srgbClr val="CEDAE0"/>
                      </a:solidFill>
                      <a:prstDash val="solid"/>
                    </a:lnB>
                    <a:solidFill>
                      <a:srgbClr val="FFFFFF"/>
                    </a:solidFill>
                  </a:tcPr>
                </a:tc>
              </a:tr>
              <a:tr h="522288">
                <a:tc>
                  <a:txBody>
                    <a:bodyPr/>
                    <a:lstStyle/>
                    <a:p>
                      <a:r>
                        <a:rPr sz="1275" b="0">
                          <a:solidFill>
                            <a:srgbClr val="182C40"/>
                          </a:solidFill>
                        </a:rPr>
                        <a:t>Teléfono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9 dígitos cuando se informa</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Rechazar una cantidad distinta</a:t>
                      </a:r>
                    </a:p>
                  </a:txBody>
                  <a:tcPr marL="91440" marR="91440" marT="45720" marB="45720">
                    <a:lnR w="5715">
                      <a:solidFill>
                        <a:srgbClr val="CEDAE0"/>
                      </a:solidFill>
                      <a:prstDash val="solid"/>
                    </a:lnR>
                    <a:lnB w="5715">
                      <a:solidFill>
                        <a:srgbClr val="CEDAE0"/>
                      </a:solidFill>
                      <a:prstDash val="solid"/>
                    </a:lnB>
                    <a:solidFill>
                      <a:srgbClr val="F0F4F6"/>
                    </a:solidFill>
                  </a:tcPr>
                </a:tc>
              </a:tr>
              <a:tr h="522288">
                <a:tc>
                  <a:txBody>
                    <a:bodyPr/>
                    <a:lstStyle/>
                    <a:p>
                      <a:r>
                        <a:rPr sz="1275" b="0">
                          <a:solidFill>
                            <a:srgbClr val="182C40"/>
                          </a:solidFill>
                        </a:rPr>
                        <a:t>Nacimiento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Fecha no futura</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Rechazar fechas posteriores a hoy</a:t>
                      </a:r>
                    </a:p>
                  </a:txBody>
                  <a:tcPr marL="91440" marR="91440" marT="45720" marB="45720">
                    <a:lnR w="5715">
                      <a:solidFill>
                        <a:srgbClr val="CEDAE0"/>
                      </a:solidFill>
                      <a:prstDash val="solid"/>
                    </a:lnR>
                    <a:lnB w="5715">
                      <a:solidFill>
                        <a:srgbClr val="CEDAE0"/>
                      </a:solidFill>
                      <a:prstDash val="solid"/>
                    </a:lnB>
                    <a:solidFill>
                      <a:srgbClr val="FFFFFF"/>
                    </a:solidFill>
                  </a:tcPr>
                </a:tc>
              </a:tr>
            </a:tbl>
          </a:graphicData>
        </a:graphic>
      </p:graphicFrame>
    </p:spTree>
    <p:extLst>
      <p:ext uri="{BB962C8B-B14F-4D97-AF65-F5344CB8AC3E}">
        <p14:creationId xmlns:p14="http://schemas.microsoft.com/office/powerpoint/2010/main" val="1231289441"/>
      </p:ext>
    </p:extLst>
  </p:cSld>
</p:sld>
</file>

<file path=ppt/slides/slide3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EC5FDF-30E3-4945-B266-BEFD518A1E01}"/>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RECURSOS JAVA</a:t>
            </a:r>
          </a:p>
        </p:txBody>
      </p:sp>
      <p:sp>
        <p:nvSpPr>
          <p:cNvPr id="2" name="">
            <a:extLst xmlns:a="http://schemas.openxmlformats.org/drawingml/2006/main">
              <a:ext uri="{FF2B5EF4-FFF2-40B4-BE49-F238E27FC236}">
                <a16:creationId xmlns:a16="http://schemas.microsoft.com/office/drawing/2014/main" id="{CFE729AC-1EDB-4695-9E2B-1817970B91BF}"/>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Logback conserva evidencia de operación</a:t>
            </a:r>
          </a:p>
        </p:txBody>
      </p:sp>
      <p:sp>
        <p:nvSpPr>
          <p:cNvPr id="3" name="">
            <a:extLst xmlns:a="http://schemas.openxmlformats.org/drawingml/2006/main">
              <a:ext uri="{FF2B5EF4-FFF2-40B4-BE49-F238E27FC236}">
                <a16:creationId xmlns:a16="http://schemas.microsoft.com/office/drawing/2014/main" id="{BD4F4A44-A5E5-4900-95A1-AE01539FCEBA}"/>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F0EC7A-6EB3-4D73-8A1B-8D74D78A6321}"/>
              </a:ext>
            </a:extLst>
          </p:cNvPr>
          <p:cNvSpPr>
            <a:spLocks xmlns:a="http://schemas.openxmlformats.org/drawingml/2006/main" noGrp="1"/>
          </p:cNvSpPr>
          <p:nvPr/>
        </p:nvSpPr>
        <p:spPr>
          <a:xfrm xmlns:a="http://schemas.openxmlformats.org/drawingml/2006/main">
            <a:off x="419100" y="147637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Eventos del sistema</a:t>
            </a:r>
          </a:p>
        </p:txBody>
      </p:sp>
      <p:sp>
        <p:nvSpPr>
          <p:cNvPr id="5" name="">
            <a:extLst xmlns:a="http://schemas.openxmlformats.org/drawingml/2006/main">
              <a:ext uri="{FF2B5EF4-FFF2-40B4-BE49-F238E27FC236}">
                <a16:creationId xmlns:a16="http://schemas.microsoft.com/office/drawing/2014/main" id="{7035B1B7-9CD3-4FCD-9C67-313051D33DC0}"/>
              </a:ext>
            </a:extLst>
          </p:cNvPr>
          <p:cNvSpPr>
            <a:spLocks xmlns:a="http://schemas.openxmlformats.org/drawingml/2006/main" noGrp="1"/>
          </p:cNvSpPr>
          <p:nvPr/>
        </p:nvSpPr>
        <p:spPr>
          <a:xfrm xmlns:a="http://schemas.openxmlformats.org/drawingml/2006/main">
            <a:off x="419100" y="1962150"/>
            <a:ext cx="38576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SLF4J proporciona la API de registro.</a:t>
            </a:r>
          </a:p>
          <a:p xmlns:a="http://schemas.openxmlformats.org/drawingml/2006/main">
            <a:r>
              <a:t/>
            </a:r>
          </a:p>
          <a:p xmlns:a="http://schemas.openxmlformats.org/drawingml/2006/main">
            <a:pPr>
              <a:defRPr sz="1575" b="0">
                <a:solidFill>
                  <a:srgbClr val="182C40"/>
                </a:solidFill>
              </a:defRPr>
            </a:pPr>
            <a:r>
              <a:rPr sz="1575" b="0">
                <a:solidFill>
                  <a:srgbClr val="182C40"/>
                </a:solidFill>
              </a:rPr>
              <a:t>Logback escribe accesos, operaciones y errores en consola y en archivo.</a:t>
            </a:r>
          </a:p>
        </p:txBody>
      </p:sp>
      <p:sp>
        <p:nvSpPr>
          <p:cNvPr id="6" name="">
            <a:extLst xmlns:a="http://schemas.openxmlformats.org/drawingml/2006/main">
              <a:ext uri="{FF2B5EF4-FFF2-40B4-BE49-F238E27FC236}">
                <a16:creationId xmlns:a16="http://schemas.microsoft.com/office/drawing/2014/main" id="{F4773CED-A782-47E4-8CA9-5A73CC093AB9}"/>
              </a:ext>
            </a:extLst>
          </p:cNvPr>
          <p:cNvSpPr>
            <a:spLocks xmlns:a="http://schemas.openxmlformats.org/drawingml/2006/main" noGrp="1"/>
          </p:cNvSpPr>
          <p:nvPr/>
        </p:nvSpPr>
        <p:spPr>
          <a:xfrm xmlns:a="http://schemas.openxmlformats.org/drawingml/2006/main">
            <a:off x="4467225" y="1457325"/>
            <a:ext cx="19050" cy="2933700"/>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E5133DD-F5B3-463A-B26C-54946126C1A2}"/>
              </a:ext>
            </a:extLst>
          </p:cNvPr>
          <p:cNvSpPr>
            <a:spLocks xmlns:a="http://schemas.openxmlformats.org/drawingml/2006/main" noGrp="1"/>
          </p:cNvSpPr>
          <p:nvPr/>
        </p:nvSpPr>
        <p:spPr>
          <a:xfrm xmlns:a="http://schemas.openxmlformats.org/drawingml/2006/main">
            <a:off x="4733925" y="1476375"/>
            <a:ext cx="3990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Configuración actual</a:t>
            </a:r>
          </a:p>
        </p:txBody>
      </p:sp>
      <p:sp>
        <p:nvSpPr>
          <p:cNvPr id="8" name="">
            <a:extLst xmlns:a="http://schemas.openxmlformats.org/drawingml/2006/main">
              <a:ext uri="{FF2B5EF4-FFF2-40B4-BE49-F238E27FC236}">
                <a16:creationId xmlns:a16="http://schemas.microsoft.com/office/drawing/2014/main" id="{DD2B2612-1612-4ACF-8C29-EFCD3A64B13A}"/>
              </a:ext>
            </a:extLst>
          </p:cNvPr>
          <p:cNvSpPr>
            <a:spLocks xmlns:a="http://schemas.openxmlformats.org/drawingml/2006/main" noGrp="1"/>
          </p:cNvSpPr>
          <p:nvPr/>
        </p:nvSpPr>
        <p:spPr>
          <a:xfrm xmlns:a="http://schemas.openxmlformats.org/drawingml/2006/main">
            <a:off x="4733925" y="1962150"/>
            <a:ext cx="39909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Rotación por tamaño: 10 MB.</a:t>
            </a:r>
          </a:p>
          <a:p xmlns:a="http://schemas.openxmlformats.org/drawingml/2006/main">
            <a:r>
              <a:t/>
            </a:r>
          </a:p>
          <a:p xmlns:a="http://schemas.openxmlformats.org/drawingml/2006/main">
            <a:pPr>
              <a:defRPr sz="1575" b="0">
                <a:solidFill>
                  <a:srgbClr val="182C40"/>
                </a:solidFill>
              </a:defRPr>
            </a:pPr>
            <a:r>
              <a:rPr sz="1575" b="0">
                <a:solidFill>
                  <a:srgbClr val="182C40"/>
                </a:solidFill>
              </a:rPr>
              <a:t>Historial: 30 días.</a:t>
            </a:r>
          </a:p>
          <a:p xmlns:a="http://schemas.openxmlformats.org/drawingml/2006/main">
            <a:r>
              <a:t/>
            </a:r>
          </a:p>
          <a:p xmlns:a="http://schemas.openxmlformats.org/drawingml/2006/main">
            <a:pPr>
              <a:defRPr sz="1575" b="0">
                <a:solidFill>
                  <a:srgbClr val="182C40"/>
                </a:solidFill>
              </a:defRPr>
            </a:pPr>
            <a:r>
              <a:rPr sz="1575" b="0">
                <a:solidFill>
                  <a:srgbClr val="182C40"/>
                </a:solidFill>
              </a:rPr>
              <a:t>Límite acumulado: 1 GB.</a:t>
            </a:r>
          </a:p>
        </p:txBody>
      </p:sp>
    </p:spTree>
    <p:extLst>
      <p:ext uri="{BB962C8B-B14F-4D97-AF65-F5344CB8AC3E}">
        <p14:creationId xmlns:p14="http://schemas.microsoft.com/office/powerpoint/2010/main" val="681410683"/>
      </p:ext>
    </p:extLst>
  </p:cSld>
</p:sld>
</file>

<file path=ppt/slides/slide3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B5A885-5292-4640-B4DA-4B1DDBAEA43B}"/>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PRUEBAS UNITARIAS</a:t>
            </a:r>
          </a:p>
        </p:txBody>
      </p:sp>
      <p:sp>
        <p:nvSpPr>
          <p:cNvPr id="2" name="">
            <a:extLst xmlns:a="http://schemas.openxmlformats.org/drawingml/2006/main">
              <a:ext uri="{FF2B5EF4-FFF2-40B4-BE49-F238E27FC236}">
                <a16:creationId xmlns:a16="http://schemas.microsoft.com/office/drawing/2014/main" id="{DD1F92DF-1075-4D77-9EA2-30FA6B02703F}"/>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Doce pruebas verifican el registro de pacientes</a:t>
            </a:r>
          </a:p>
        </p:txBody>
      </p:sp>
      <p:sp>
        <p:nvSpPr>
          <p:cNvPr id="3" name="">
            <a:extLst xmlns:a="http://schemas.openxmlformats.org/drawingml/2006/main">
              <a:ext uri="{FF2B5EF4-FFF2-40B4-BE49-F238E27FC236}">
                <a16:creationId xmlns:a16="http://schemas.microsoft.com/office/drawing/2014/main" id="{A44F439C-9FE4-4C08-BD8F-EFB4D708DBA8}"/>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328C09C2-C3B3-4410-92B6-650E1B2B9ABF}"/>
              </a:ext>
            </a:extLst>
          </p:cNvPr>
          <p:cNvGraphicFramePr/>
          <p:nvPr/>
        </p:nvGraphicFramePr>
        <p:xfrm>
          <a:off xmlns:a="http://schemas.openxmlformats.org/drawingml/2006/main" x="419100" y="1419225"/>
          <a:ext xmlns:a="http://schemas.openxmlformats.org/drawingml/2006/main" cx="8305800" cy="3152775"/>
        </p:xfrm>
        <a:graphic xmlns:a="http://schemas.openxmlformats.org/drawingml/2006/main">
          <a:graphicData uri="http://schemas.openxmlformats.org/drawingml/2006/table">
            <a:tbl>
              <a:tblPr/>
              <a:tblGrid>
                <a:gridCol w="2095500"/>
                <a:gridCol w="857250"/>
                <a:gridCol w="5353050"/>
              </a:tblGrid>
              <a:tr h="450396">
                <a:tc>
                  <a:txBody>
                    <a:bodyPr/>
                    <a:lstStyle/>
                    <a:p>
                      <a:r>
                        <a:rPr sz="1275" b="1">
                          <a:solidFill>
                            <a:srgbClr val="182C40"/>
                          </a:solidFill>
                        </a:rPr>
                        <a:t>Grupo</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Casos</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Qué comprueba</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450396">
                <a:tc>
                  <a:txBody>
                    <a:bodyPr/>
                    <a:lstStyle/>
                    <a:p>
                      <a:r>
                        <a:rPr sz="1275" b="0">
                          <a:solidFill>
                            <a:srgbClr val="182C40"/>
                          </a:solidFill>
                        </a:rPr>
                        <a:t>Datos válidos</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2</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Formulario completo y campos opcionales vacíos</a:t>
                      </a:r>
                    </a:p>
                  </a:txBody>
                  <a:tcPr marL="91440" marR="91440" marT="45720" marB="45720">
                    <a:lnR w="5715">
                      <a:solidFill>
                        <a:srgbClr val="CEDAE0"/>
                      </a:solidFill>
                      <a:prstDash val="solid"/>
                    </a:lnR>
                    <a:lnB w="5715">
                      <a:solidFill>
                        <a:srgbClr val="CEDAE0"/>
                      </a:solidFill>
                      <a:prstDash val="solid"/>
                    </a:lnB>
                    <a:solidFill>
                      <a:srgbClr val="FFFFFF"/>
                    </a:solidFill>
                  </a:tcPr>
                </a:tc>
              </a:tr>
              <a:tr h="450396">
                <a:tc>
                  <a:txBody>
                    <a:bodyPr/>
                    <a:lstStyle/>
                    <a:p>
                      <a:r>
                        <a:rPr sz="1275" b="0">
                          <a:solidFill>
                            <a:srgbClr val="182C40"/>
                          </a:solidFill>
                        </a:rPr>
                        <a:t>DNI</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3</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Validación del formulario y del método validarDni</a:t>
                      </a:r>
                    </a:p>
                  </a:txBody>
                  <a:tcPr marL="91440" marR="91440" marT="45720" marB="45720">
                    <a:lnR w="5715">
                      <a:solidFill>
                        <a:srgbClr val="CEDAE0"/>
                      </a:solidFill>
                      <a:prstDash val="solid"/>
                    </a:lnR>
                    <a:lnB w="5715">
                      <a:solidFill>
                        <a:srgbClr val="CEDAE0"/>
                      </a:solidFill>
                      <a:prstDash val="solid"/>
                    </a:lnB>
                    <a:solidFill>
                      <a:srgbClr val="F0F4F6"/>
                    </a:solidFill>
                  </a:tcPr>
                </a:tc>
              </a:tr>
              <a:tr h="450396">
                <a:tc>
                  <a:txBody>
                    <a:bodyPr/>
                    <a:lstStyle/>
                    <a:p>
                      <a:r>
                        <a:rPr sz="1275" b="0">
                          <a:solidFill>
                            <a:srgbClr val="182C40"/>
                          </a:solidFill>
                        </a:rPr>
                        <a:t>Nombre</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1</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Rechazo del nombre vacío</a:t>
                      </a:r>
                    </a:p>
                  </a:txBody>
                  <a:tcPr marL="91440" marR="91440" marT="45720" marB="45720">
                    <a:lnR w="5715">
                      <a:solidFill>
                        <a:srgbClr val="CEDAE0"/>
                      </a:solidFill>
                      <a:prstDash val="solid"/>
                    </a:lnR>
                    <a:lnB w="5715">
                      <a:solidFill>
                        <a:srgbClr val="CEDAE0"/>
                      </a:solidFill>
                      <a:prstDash val="solid"/>
                    </a:lnB>
                    <a:solidFill>
                      <a:srgbClr val="FFFFFF"/>
                    </a:solidFill>
                  </a:tcPr>
                </a:tc>
              </a:tr>
              <a:tr h="450396">
                <a:tc>
                  <a:txBody>
                    <a:bodyPr/>
                    <a:lstStyle/>
                    <a:p>
                      <a:r>
                        <a:rPr sz="1275" b="0">
                          <a:solidFill>
                            <a:srgbClr val="182C40"/>
                          </a:solidFill>
                        </a:rPr>
                        <a:t>Correo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3</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Correo válido, formato incorrecto y mensaje de error</a:t>
                      </a:r>
                    </a:p>
                  </a:txBody>
                  <a:tcPr marL="91440" marR="91440" marT="45720" marB="45720">
                    <a:lnR w="5715">
                      <a:solidFill>
                        <a:srgbClr val="CEDAE0"/>
                      </a:solidFill>
                      <a:prstDash val="solid"/>
                    </a:lnR>
                    <a:lnB w="5715">
                      <a:solidFill>
                        <a:srgbClr val="CEDAE0"/>
                      </a:solidFill>
                      <a:prstDash val="solid"/>
                    </a:lnB>
                    <a:solidFill>
                      <a:srgbClr val="F0F4F6"/>
                    </a:solidFill>
                  </a:tcPr>
                </a:tc>
              </a:tr>
              <a:tr h="450396">
                <a:tc>
                  <a:txBody>
                    <a:bodyPr/>
                    <a:lstStyle/>
                    <a:p>
                      <a:r>
                        <a:rPr sz="1275" b="0">
                          <a:solidFill>
                            <a:srgbClr val="182C40"/>
                          </a:solidFill>
                        </a:rPr>
                        <a:t>Teléfono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1</a:t>
                      </a:r>
                    </a:p>
                  </a:txBody>
                  <a:tcPr marL="91440" marR="91440" marT="45720" marB="45720">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Rechazo de una longitud distinta de 9 dígitos</a:t>
                      </a:r>
                    </a:p>
                  </a:txBody>
                  <a:tcPr marL="91440" marR="91440" marT="45720" marB="45720">
                    <a:lnR w="5715">
                      <a:solidFill>
                        <a:srgbClr val="CEDAE0"/>
                      </a:solidFill>
                      <a:prstDash val="solid"/>
                    </a:lnR>
                    <a:lnB w="5715">
                      <a:solidFill>
                        <a:srgbClr val="CEDAE0"/>
                      </a:solidFill>
                      <a:prstDash val="solid"/>
                    </a:lnB>
                    <a:solidFill>
                      <a:srgbClr val="FFFFFF"/>
                    </a:solidFill>
                  </a:tcPr>
                </a:tc>
              </a:tr>
              <a:tr h="450396">
                <a:tc>
                  <a:txBody>
                    <a:bodyPr/>
                    <a:lstStyle/>
                    <a:p>
                      <a:r>
                        <a:rPr sz="1275" b="0">
                          <a:solidFill>
                            <a:srgbClr val="182C40"/>
                          </a:solidFill>
                        </a:rPr>
                        <a:t>Nacimiento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2</a:t>
                      </a:r>
                    </a:p>
                  </a:txBody>
                  <a:tcPr marL="91440" marR="91440" marT="45720" marB="45720">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Rechazo de una fecha futura</a:t>
                      </a:r>
                    </a:p>
                  </a:txBody>
                  <a:tcPr marL="91440" marR="91440" marT="45720" marB="45720">
                    <a:lnR w="5715">
                      <a:solidFill>
                        <a:srgbClr val="CEDAE0"/>
                      </a:solidFill>
                      <a:prstDash val="solid"/>
                    </a:lnR>
                    <a:lnB w="5715">
                      <a:solidFill>
                        <a:srgbClr val="CEDAE0"/>
                      </a:solidFill>
                      <a:prstDash val="solid"/>
                    </a:lnB>
                    <a:solidFill>
                      <a:srgbClr val="F0F4F6"/>
                    </a:solidFill>
                  </a:tcPr>
                </a:tc>
              </a:tr>
            </a:tbl>
          </a:graphicData>
        </a:graphic>
      </p:graphicFrame>
    </p:spTree>
    <p:extLst>
      <p:ext uri="{BB962C8B-B14F-4D97-AF65-F5344CB8AC3E}">
        <p14:creationId xmlns:p14="http://schemas.microsoft.com/office/powerpoint/2010/main" val="1906574879"/>
      </p:ext>
    </p:extLst>
  </p:cSld>
</p:sld>
</file>

<file path=ppt/slides/slide3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E97C78-191C-48E5-BC4C-4F45D380CC86}"/>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CALIDAD DEL CÓDIGO</a:t>
            </a:r>
          </a:p>
        </p:txBody>
      </p:sp>
      <p:sp>
        <p:nvSpPr>
          <p:cNvPr id="2" name="">
            <a:extLst xmlns:a="http://schemas.openxmlformats.org/drawingml/2006/main">
              <a:ext uri="{FF2B5EF4-FFF2-40B4-BE49-F238E27FC236}">
                <a16:creationId xmlns:a16="http://schemas.microsoft.com/office/drawing/2014/main" id="{8929CECD-DBB5-4FD6-8677-C0B1BB1AC2BA}"/>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Pruebas unitarias y alcance del enfoque TDD</a:t>
            </a:r>
          </a:p>
        </p:txBody>
      </p:sp>
      <p:sp>
        <p:nvSpPr>
          <p:cNvPr id="3" name="">
            <a:extLst xmlns:a="http://schemas.openxmlformats.org/drawingml/2006/main">
              <a:ext uri="{FF2B5EF4-FFF2-40B4-BE49-F238E27FC236}">
                <a16:creationId xmlns:a16="http://schemas.microsoft.com/office/drawing/2014/main" id="{7E29AA20-A1F9-41E5-A038-C2D43649BF98}"/>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3CD9D3-5778-4CA8-BD8B-22BF454D3A26}"/>
              </a:ext>
            </a:extLst>
          </p:cNvPr>
          <p:cNvSpPr>
            <a:spLocks xmlns:a="http://schemas.openxmlformats.org/drawingml/2006/main" noGrp="1"/>
          </p:cNvSpPr>
          <p:nvPr/>
        </p:nvSpPr>
        <p:spPr>
          <a:xfrm xmlns:a="http://schemas.openxmlformats.org/drawingml/2006/main">
            <a:off x="419100" y="147637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Evidencia disponible</a:t>
            </a:r>
          </a:p>
        </p:txBody>
      </p:sp>
      <p:sp>
        <p:nvSpPr>
          <p:cNvPr id="5" name="">
            <a:extLst xmlns:a="http://schemas.openxmlformats.org/drawingml/2006/main">
              <a:ext uri="{FF2B5EF4-FFF2-40B4-BE49-F238E27FC236}">
                <a16:creationId xmlns:a16="http://schemas.microsoft.com/office/drawing/2014/main" id="{71479E5D-247A-406B-B5AB-91C7AE75C769}"/>
              </a:ext>
            </a:extLst>
          </p:cNvPr>
          <p:cNvSpPr>
            <a:spLocks xmlns:a="http://schemas.openxmlformats.org/drawingml/2006/main" noGrp="1"/>
          </p:cNvSpPr>
          <p:nvPr/>
        </p:nvSpPr>
        <p:spPr>
          <a:xfrm xmlns:a="http://schemas.openxmlformats.org/drawingml/2006/main">
            <a:off x="419100" y="1962150"/>
            <a:ext cx="38576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JUnit 5 prueba PacienteValidator sin abrir JavaFX.</a:t>
            </a:r>
          </a:p>
          <a:p xmlns:a="http://schemas.openxmlformats.org/drawingml/2006/main">
            <a:r>
              <a:t/>
            </a:r>
          </a:p>
          <a:p xmlns:a="http://schemas.openxmlformats.org/drawingml/2006/main">
            <a:pPr>
              <a:defRPr sz="1575" b="0">
                <a:solidFill>
                  <a:srgbClr val="182C40"/>
                </a:solidFill>
              </a:defRPr>
            </a:pPr>
            <a:r>
              <a:rPr sz="1575" b="0">
                <a:solidFill>
                  <a:srgbClr val="182C40"/>
                </a:solidFill>
              </a:rPr>
              <a:t>Las aserciones comprueban aceptación, rechazo y mensajes de error.</a:t>
            </a:r>
          </a:p>
        </p:txBody>
      </p:sp>
      <p:sp>
        <p:nvSpPr>
          <p:cNvPr id="6" name="">
            <a:extLst xmlns:a="http://schemas.openxmlformats.org/drawingml/2006/main">
              <a:ext uri="{FF2B5EF4-FFF2-40B4-BE49-F238E27FC236}">
                <a16:creationId xmlns:a16="http://schemas.microsoft.com/office/drawing/2014/main" id="{61B20BF2-A9C8-4F9C-A11F-AADA3CA00AE7}"/>
              </a:ext>
            </a:extLst>
          </p:cNvPr>
          <p:cNvSpPr>
            <a:spLocks xmlns:a="http://schemas.openxmlformats.org/drawingml/2006/main" noGrp="1"/>
          </p:cNvSpPr>
          <p:nvPr/>
        </p:nvSpPr>
        <p:spPr>
          <a:xfrm xmlns:a="http://schemas.openxmlformats.org/drawingml/2006/main">
            <a:off x="4467225" y="1457325"/>
            <a:ext cx="19050" cy="2933700"/>
          </a:xfrm>
          <a:prstGeom xmlns:a="http://schemas.openxmlformats.org/drawingml/2006/main" prst="rect">
            <a:avLst/>
          </a:prstGeom>
          <a:solidFill xmlns:a="http://schemas.openxmlformats.org/drawingml/2006/main">
            <a:srgbClr val="D8E2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0A1473-DA4E-4BF0-9732-B59A2156789C}"/>
              </a:ext>
            </a:extLst>
          </p:cNvPr>
          <p:cNvSpPr>
            <a:spLocks xmlns:a="http://schemas.openxmlformats.org/drawingml/2006/main" noGrp="1"/>
          </p:cNvSpPr>
          <p:nvPr/>
        </p:nvSpPr>
        <p:spPr>
          <a:xfrm xmlns:a="http://schemas.openxmlformats.org/drawingml/2006/main">
            <a:off x="4733925" y="1476375"/>
            <a:ext cx="3990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82C40"/>
                </a:solidFill>
              </a:defRPr>
            </a:defPPr>
            <a:lvl1pPr>
              <a:defRPr sz="1725" b="1">
                <a:solidFill>
                  <a:srgbClr val="182C40"/>
                </a:solidFill>
              </a:defRPr>
            </a:lvl1pPr>
            <a:lvl2pPr>
              <a:defRPr sz="1725" b="1">
                <a:solidFill>
                  <a:srgbClr val="182C40"/>
                </a:solidFill>
              </a:defRPr>
            </a:lvl2pPr>
            <a:lvl3pPr>
              <a:defRPr sz="1725" b="1">
                <a:solidFill>
                  <a:srgbClr val="182C40"/>
                </a:solidFill>
              </a:defRPr>
            </a:lvl3pPr>
            <a:lvl4pPr>
              <a:defRPr sz="1725" b="1">
                <a:solidFill>
                  <a:srgbClr val="182C40"/>
                </a:solidFill>
              </a:defRPr>
            </a:lvl4pPr>
            <a:lvl5pPr>
              <a:defRPr sz="1725" b="1">
                <a:solidFill>
                  <a:srgbClr val="182C40"/>
                </a:solidFill>
              </a:defRPr>
            </a:lvl5pPr>
            <a:lvl6pPr>
              <a:defRPr sz="1725" b="1">
                <a:solidFill>
                  <a:srgbClr val="182C40"/>
                </a:solidFill>
              </a:defRPr>
            </a:lvl6pPr>
            <a:lvl7pPr>
              <a:defRPr sz="1725" b="1">
                <a:solidFill>
                  <a:srgbClr val="182C40"/>
                </a:solidFill>
              </a:defRPr>
            </a:lvl7pPr>
            <a:lvl8pPr>
              <a:defRPr sz="1725" b="1">
                <a:solidFill>
                  <a:srgbClr val="182C40"/>
                </a:solidFill>
              </a:defRPr>
            </a:lvl8pPr>
            <a:lvl9pPr>
              <a:defRPr sz="1725" b="1">
                <a:solidFill>
                  <a:srgbClr val="182C40"/>
                </a:solidFill>
              </a:defRPr>
            </a:lvl9pPr>
          </a:lstStyle>
          <a:p xmlns:a="http://schemas.openxmlformats.org/drawingml/2006/main">
            <a:pPr>
              <a:defRPr sz="1725" b="1">
                <a:solidFill>
                  <a:srgbClr val="182C40"/>
                </a:solidFill>
              </a:defRPr>
            </a:pPr>
            <a:r>
              <a:rPr sz="1725" b="1">
                <a:solidFill>
                  <a:srgbClr val="182C40"/>
                </a:solidFill>
              </a:rPr>
              <a:t>Límite de la evidencia</a:t>
            </a:r>
          </a:p>
        </p:txBody>
      </p:sp>
      <p:sp>
        <p:nvSpPr>
          <p:cNvPr id="8" name="">
            <a:extLst xmlns:a="http://schemas.openxmlformats.org/drawingml/2006/main">
              <a:ext uri="{FF2B5EF4-FFF2-40B4-BE49-F238E27FC236}">
                <a16:creationId xmlns:a16="http://schemas.microsoft.com/office/drawing/2014/main" id="{23277FD7-9E1B-483A-A40E-9F37BDE83ACD}"/>
              </a:ext>
            </a:extLst>
          </p:cNvPr>
          <p:cNvSpPr>
            <a:spLocks xmlns:a="http://schemas.openxmlformats.org/drawingml/2006/main" noGrp="1"/>
          </p:cNvSpPr>
          <p:nvPr/>
        </p:nvSpPr>
        <p:spPr>
          <a:xfrm xmlns:a="http://schemas.openxmlformats.org/drawingml/2006/main">
            <a:off x="4733925" y="1962150"/>
            <a:ext cx="39909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182C40"/>
                </a:solidFill>
              </a:defRPr>
            </a:defPPr>
            <a:lvl1pPr>
              <a:defRPr sz="1575" b="0">
                <a:solidFill>
                  <a:srgbClr val="182C40"/>
                </a:solidFill>
              </a:defRPr>
            </a:lvl1pPr>
            <a:lvl2pPr>
              <a:defRPr sz="1575" b="0">
                <a:solidFill>
                  <a:srgbClr val="182C40"/>
                </a:solidFill>
              </a:defRPr>
            </a:lvl2pPr>
            <a:lvl3pPr>
              <a:defRPr sz="1575" b="0">
                <a:solidFill>
                  <a:srgbClr val="182C40"/>
                </a:solidFill>
              </a:defRPr>
            </a:lvl3pPr>
            <a:lvl4pPr>
              <a:defRPr sz="1575" b="0">
                <a:solidFill>
                  <a:srgbClr val="182C40"/>
                </a:solidFill>
              </a:defRPr>
            </a:lvl4pPr>
            <a:lvl5pPr>
              <a:defRPr sz="1575" b="0">
                <a:solidFill>
                  <a:srgbClr val="182C40"/>
                </a:solidFill>
              </a:defRPr>
            </a:lvl5pPr>
            <a:lvl6pPr>
              <a:defRPr sz="1575" b="0">
                <a:solidFill>
                  <a:srgbClr val="182C40"/>
                </a:solidFill>
              </a:defRPr>
            </a:lvl6pPr>
            <a:lvl7pPr>
              <a:defRPr sz="1575" b="0">
                <a:solidFill>
                  <a:srgbClr val="182C40"/>
                </a:solidFill>
              </a:defRPr>
            </a:lvl7pPr>
            <a:lvl8pPr>
              <a:defRPr sz="1575" b="0">
                <a:solidFill>
                  <a:srgbClr val="182C40"/>
                </a:solidFill>
              </a:defRPr>
            </a:lvl8pPr>
            <a:lvl9pPr>
              <a:defRPr sz="1575" b="0">
                <a:solidFill>
                  <a:srgbClr val="182C40"/>
                </a:solidFill>
              </a:defRPr>
            </a:lvl9pPr>
          </a:lstStyle>
          <a:p xmlns:a="http://schemas.openxmlformats.org/drawingml/2006/main">
            <a:pPr>
              <a:defRPr sz="1575" b="0">
                <a:solidFill>
                  <a:srgbClr val="182C40"/>
                </a:solidFill>
              </a:defRPr>
            </a:pPr>
            <a:r>
              <a:rPr sz="1575" b="0">
                <a:solidFill>
                  <a:srgbClr val="182C40"/>
                </a:solidFill>
              </a:rPr>
              <a:t>El historial incorpora validador, pruebas y ajustes posteriores.</a:t>
            </a:r>
          </a:p>
          <a:p xmlns:a="http://schemas.openxmlformats.org/drawingml/2006/main">
            <a:r>
              <a:t/>
            </a:r>
          </a:p>
          <a:p xmlns:a="http://schemas.openxmlformats.org/drawingml/2006/main">
            <a:pPr>
              <a:defRPr sz="1575" b="0">
                <a:solidFill>
                  <a:srgbClr val="182C40"/>
                </a:solidFill>
              </a:defRPr>
            </a:pPr>
            <a:r>
              <a:rPr sz="1575" b="0">
                <a:solidFill>
                  <a:srgbClr val="182C40"/>
                </a:solidFill>
              </a:rPr>
              <a:t>No acredita que todas las pruebas precedieran al código.</a:t>
            </a:r>
          </a:p>
        </p:txBody>
      </p:sp>
    </p:spTree>
    <p:extLst>
      <p:ext uri="{BB962C8B-B14F-4D97-AF65-F5344CB8AC3E}">
        <p14:creationId xmlns:p14="http://schemas.microsoft.com/office/powerpoint/2010/main" val="1879203153"/>
      </p:ext>
    </p:extLst>
  </p:cSld>
</p:sld>
</file>

<file path=ppt/slides/slide4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FC6C1E-8ECA-4D9E-9FB2-33BE5084FFA9}"/>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CONTROL DE VERSIONES · 3 PUNTOS</a:t>
            </a:r>
          </a:p>
        </p:txBody>
      </p:sp>
      <p:sp>
        <p:nvSpPr>
          <p:cNvPr id="2" name="">
            <a:extLst xmlns:a="http://schemas.openxmlformats.org/drawingml/2006/main">
              <a:ext uri="{FF2B5EF4-FFF2-40B4-BE49-F238E27FC236}">
                <a16:creationId xmlns:a16="http://schemas.microsoft.com/office/drawing/2014/main" id="{9EF43F04-EA16-4193-B60A-43D2AAD06B37}"/>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Git registra la evolución del proyecto</a:t>
            </a:r>
          </a:p>
        </p:txBody>
      </p:sp>
      <p:sp>
        <p:nvSpPr>
          <p:cNvPr id="3" name="">
            <a:extLst xmlns:a="http://schemas.openxmlformats.org/drawingml/2006/main">
              <a:ext uri="{FF2B5EF4-FFF2-40B4-BE49-F238E27FC236}">
                <a16:creationId xmlns:a16="http://schemas.microsoft.com/office/drawing/2014/main" id="{A0472D3C-D276-4817-B7CE-4FEEBB4156C7}"/>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6FE08C08-A174-4831-8E9C-84AC05E8D379}"/>
              </a:ext>
            </a:extLst>
          </p:cNvPr>
          <p:cNvGraphicFramePr/>
          <p:nvPr/>
        </p:nvGraphicFramePr>
        <p:xfrm>
          <a:off xmlns:a="http://schemas.openxmlformats.org/drawingml/2006/main" x="419100" y="1400175"/>
          <a:ext xmlns:a="http://schemas.openxmlformats.org/drawingml/2006/main" cx="8305800" cy="2857500"/>
        </p:xfrm>
        <a:graphic xmlns:a="http://schemas.openxmlformats.org/drawingml/2006/main">
          <a:graphicData uri="http://schemas.openxmlformats.org/drawingml/2006/table">
            <a:tbl>
              <a:tblPr/>
              <a:tblGrid>
                <a:gridCol w="1381125"/>
                <a:gridCol w="6924675"/>
              </a:tblGrid>
              <a:tr h="408214">
                <a:tc>
                  <a:txBody>
                    <a:bodyPr/>
                    <a:lstStyle/>
                    <a:p>
                      <a:r>
                        <a:rPr sz="1275" b="1">
                          <a:solidFill>
                            <a:srgbClr val="182C40"/>
                          </a:solidFill>
                        </a:rPr>
                        <a:t>Commit</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Cambio registrado</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408214">
                <a:tc>
                  <a:txBody>
                    <a:bodyPr/>
                    <a:lstStyle/>
                    <a:p>
                      <a:r>
                        <a:rPr sz="1275" b="0">
                          <a:solidFill>
                            <a:srgbClr val="182C40"/>
                          </a:solidFill>
                        </a:rPr>
                        <a:t>857a9ac</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Estructura inicial del proyecto JavaFX</a:t>
                      </a:r>
                    </a:p>
                  </a:txBody>
                  <a:tcPr marL="91440" marR="91440" marT="45720" marB="45720">
                    <a:lnR w="5715">
                      <a:solidFill>
                        <a:srgbClr val="CEDAE0"/>
                      </a:solidFill>
                      <a:prstDash val="solid"/>
                    </a:lnR>
                    <a:lnB w="5715">
                      <a:solidFill>
                        <a:srgbClr val="CEDAE0"/>
                      </a:solidFill>
                      <a:prstDash val="solid"/>
                    </a:lnB>
                    <a:solidFill>
                      <a:srgbClr val="FFFFFF"/>
                    </a:solidFill>
                  </a:tcPr>
                </a:tc>
              </a:tr>
              <a:tr h="408214">
                <a:tc>
                  <a:txBody>
                    <a:bodyPr/>
                    <a:lstStyle/>
                    <a:p>
                      <a:r>
                        <a:rPr sz="1275" b="0">
                          <a:solidFill>
                            <a:srgbClr val="182C40"/>
                          </a:solidFill>
                        </a:rPr>
                        <a:t>ecd49bd</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Agregar validador de pacientes</a:t>
                      </a:r>
                    </a:p>
                  </a:txBody>
                  <a:tcPr marL="91440" marR="91440" marT="45720" marB="45720">
                    <a:lnR w="5715">
                      <a:solidFill>
                        <a:srgbClr val="CEDAE0"/>
                      </a:solidFill>
                      <a:prstDash val="solid"/>
                    </a:lnR>
                    <a:lnB w="5715">
                      <a:solidFill>
                        <a:srgbClr val="CEDAE0"/>
                      </a:solidFill>
                      <a:prstDash val="solid"/>
                    </a:lnB>
                    <a:solidFill>
                      <a:srgbClr val="F0F4F6"/>
                    </a:solidFill>
                  </a:tcPr>
                </a:tc>
              </a:tr>
              <a:tr h="408214">
                <a:tc>
                  <a:txBody>
                    <a:bodyPr/>
                    <a:lstStyle/>
                    <a:p>
                      <a:r>
                        <a:rPr sz="1275" b="0">
                          <a:solidFill>
                            <a:srgbClr val="182C40"/>
                          </a:solidFill>
                        </a:rPr>
                        <a:t>cb94711</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Agregar pruebas para el validador</a:t>
                      </a:r>
                    </a:p>
                  </a:txBody>
                  <a:tcPr marL="91440" marR="91440" marT="45720" marB="45720">
                    <a:lnR w="5715">
                      <a:solidFill>
                        <a:srgbClr val="CEDAE0"/>
                      </a:solidFill>
                      <a:prstDash val="solid"/>
                    </a:lnR>
                    <a:lnB w="5715">
                      <a:solidFill>
                        <a:srgbClr val="CEDAE0"/>
                      </a:solidFill>
                      <a:prstDash val="solid"/>
                    </a:lnB>
                    <a:solidFill>
                      <a:srgbClr val="FFFFFF"/>
                    </a:solidFill>
                  </a:tcPr>
                </a:tc>
              </a:tr>
              <a:tr h="408214">
                <a:tc>
                  <a:txBody>
                    <a:bodyPr/>
                    <a:lstStyle/>
                    <a:p>
                      <a:r>
                        <a:rPr sz="1275" b="0">
                          <a:solidFill>
                            <a:srgbClr val="182C40"/>
                          </a:solidFill>
                        </a:rPr>
                        <a:t>3545342</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Actualizar validación de pacientes</a:t>
                      </a:r>
                    </a:p>
                  </a:txBody>
                  <a:tcPr marL="91440" marR="91440" marT="45720" marB="45720">
                    <a:lnR w="5715">
                      <a:solidFill>
                        <a:srgbClr val="CEDAE0"/>
                      </a:solidFill>
                      <a:prstDash val="solid"/>
                    </a:lnR>
                    <a:lnB w="5715">
                      <a:solidFill>
                        <a:srgbClr val="CEDAE0"/>
                      </a:solidFill>
                      <a:prstDash val="solid"/>
                    </a:lnB>
                    <a:solidFill>
                      <a:srgbClr val="F0F4F6"/>
                    </a:solidFill>
                  </a:tcPr>
                </a:tc>
              </a:tr>
              <a:tr h="408214">
                <a:tc>
                  <a:txBody>
                    <a:bodyPr/>
                    <a:lstStyle/>
                    <a:p>
                      <a:r>
                        <a:rPr sz="1275" b="0">
                          <a:solidFill>
                            <a:srgbClr val="182C40"/>
                          </a:solidFill>
                        </a:rPr>
                        <a:t>1fcf6ca</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Agregar pruebas unitarias para PacienteValidator</a:t>
                      </a:r>
                    </a:p>
                  </a:txBody>
                  <a:tcPr marL="91440" marR="91440" marT="45720" marB="45720">
                    <a:lnR w="5715">
                      <a:solidFill>
                        <a:srgbClr val="CEDAE0"/>
                      </a:solidFill>
                      <a:prstDash val="solid"/>
                    </a:lnR>
                    <a:lnB w="5715">
                      <a:solidFill>
                        <a:srgbClr val="CEDAE0"/>
                      </a:solidFill>
                      <a:prstDash val="solid"/>
                    </a:lnB>
                    <a:solidFill>
                      <a:srgbClr val="FFFFFF"/>
                    </a:solidFill>
                  </a:tcPr>
                </a:tc>
              </a:tr>
              <a:tr h="408214">
                <a:tc>
                  <a:txBody>
                    <a:bodyPr/>
                    <a:lstStyle/>
                    <a:p>
                      <a:r>
                        <a:rPr sz="1275" b="0">
                          <a:solidFill>
                            <a:srgbClr val="182C40"/>
                          </a:solidFill>
                        </a:rPr>
                        <a:t>21d1547</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Agregar nombre al proyecto</a:t>
                      </a:r>
                    </a:p>
                  </a:txBody>
                  <a:tcPr marL="91440" marR="91440" marT="45720" marB="45720">
                    <a:lnR w="5715">
                      <a:solidFill>
                        <a:srgbClr val="CEDAE0"/>
                      </a:solidFill>
                      <a:prstDash val="solid"/>
                    </a:lnR>
                    <a:lnB w="5715">
                      <a:solidFill>
                        <a:srgbClr val="CEDAE0"/>
                      </a:solidFill>
                      <a:prstDash val="solid"/>
                    </a:lnB>
                    <a:solidFill>
                      <a:srgbClr val="F0F4F6"/>
                    </a:solidFill>
                  </a:tcPr>
                </a:tc>
              </a:tr>
            </a:tbl>
          </a:graphicData>
        </a:graphic>
      </p:graphicFrame>
      <p:sp>
        <p:nvSpPr>
          <p:cNvPr id="5" name="">
            <a:extLst xmlns:a="http://schemas.openxmlformats.org/drawingml/2006/main">
              <a:ext uri="{FF2B5EF4-FFF2-40B4-BE49-F238E27FC236}">
                <a16:creationId xmlns:a16="http://schemas.microsoft.com/office/drawing/2014/main" id="{DFE6781A-A0FC-4EB9-9F0C-A609E1F56BC6}"/>
              </a:ext>
            </a:extLst>
          </p:cNvPr>
          <p:cNvSpPr>
            <a:spLocks xmlns:a="http://schemas.openxmlformats.org/drawingml/2006/main" noGrp="1"/>
          </p:cNvSpPr>
          <p:nvPr/>
        </p:nvSpPr>
        <p:spPr>
          <a:xfrm xmlns:a="http://schemas.openxmlformats.org/drawingml/2006/main">
            <a:off x="419100" y="4448175"/>
            <a:ext cx="830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182C40"/>
                </a:solidFill>
              </a:defRPr>
            </a:defPPr>
            <a:lvl1pPr>
              <a:defRPr sz="1275" b="0">
                <a:solidFill>
                  <a:srgbClr val="182C40"/>
                </a:solidFill>
              </a:defRPr>
            </a:lvl1pPr>
            <a:lvl2pPr>
              <a:defRPr sz="1275" b="0">
                <a:solidFill>
                  <a:srgbClr val="182C40"/>
                </a:solidFill>
              </a:defRPr>
            </a:lvl2pPr>
            <a:lvl3pPr>
              <a:defRPr sz="1275" b="0">
                <a:solidFill>
                  <a:srgbClr val="182C40"/>
                </a:solidFill>
              </a:defRPr>
            </a:lvl3pPr>
            <a:lvl4pPr>
              <a:defRPr sz="1275" b="0">
                <a:solidFill>
                  <a:srgbClr val="182C40"/>
                </a:solidFill>
              </a:defRPr>
            </a:lvl4pPr>
            <a:lvl5pPr>
              <a:defRPr sz="1275" b="0">
                <a:solidFill>
                  <a:srgbClr val="182C40"/>
                </a:solidFill>
              </a:defRPr>
            </a:lvl5pPr>
            <a:lvl6pPr>
              <a:defRPr sz="1275" b="0">
                <a:solidFill>
                  <a:srgbClr val="182C40"/>
                </a:solidFill>
              </a:defRPr>
            </a:lvl6pPr>
            <a:lvl7pPr>
              <a:defRPr sz="1275" b="0">
                <a:solidFill>
                  <a:srgbClr val="182C40"/>
                </a:solidFill>
              </a:defRPr>
            </a:lvl7pPr>
            <a:lvl8pPr>
              <a:defRPr sz="1275" b="0">
                <a:solidFill>
                  <a:srgbClr val="182C40"/>
                </a:solidFill>
              </a:defRPr>
            </a:lvl8pPr>
            <a:lvl9pPr>
              <a:defRPr sz="1275" b="0">
                <a:solidFill>
                  <a:srgbClr val="182C40"/>
                </a:solidFill>
              </a:defRPr>
            </a:lvl9pPr>
          </a:lstStyle>
          <a:p xmlns:a="http://schemas.openxmlformats.org/drawingml/2006/main">
            <a:pPr>
              <a:defRPr sz="1275" b="0">
                <a:solidFill>
                  <a:srgbClr val="182C40"/>
                </a:solidFill>
              </a:defRPr>
            </a:pPr>
            <a:r>
              <a:rPr sz="1275" b="0">
                <a:solidFill>
                  <a:srgbClr val="182C40"/>
                </a:solidFill>
              </a:rPr>
              <a:t>Repositorio: github.com/miguelchavezr1998/HOSPITAL</a:t>
            </a:r>
          </a:p>
        </p:txBody>
      </p:sp>
    </p:spTree>
    <p:extLst>
      <p:ext uri="{BB962C8B-B14F-4D97-AF65-F5344CB8AC3E}">
        <p14:creationId xmlns:p14="http://schemas.microsoft.com/office/powerpoint/2010/main" val="356737577"/>
      </p:ext>
    </p:extLst>
  </p:cSld>
</p:sld>
</file>

<file path=ppt/slides/slide4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3F7356-498C-415D-9E60-E21E8E8F44E9}"/>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CONTROL DE VERSIONES</a:t>
            </a:r>
          </a:p>
        </p:txBody>
      </p:sp>
      <p:sp>
        <p:nvSpPr>
          <p:cNvPr id="2" name="">
            <a:extLst xmlns:a="http://schemas.openxmlformats.org/drawingml/2006/main">
              <a:ext uri="{FF2B5EF4-FFF2-40B4-BE49-F238E27FC236}">
                <a16:creationId xmlns:a16="http://schemas.microsoft.com/office/drawing/2014/main" id="{89BC5557-C613-4A83-AA73-EC73E7455779}"/>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La entrega debe vincular código y commits</a:t>
            </a:r>
          </a:p>
        </p:txBody>
      </p:sp>
      <p:sp>
        <p:nvSpPr>
          <p:cNvPr id="3" name="">
            <a:extLst xmlns:a="http://schemas.openxmlformats.org/drawingml/2006/main">
              <a:ext uri="{FF2B5EF4-FFF2-40B4-BE49-F238E27FC236}">
                <a16:creationId xmlns:a16="http://schemas.microsoft.com/office/drawing/2014/main" id="{B50AAAAB-3B45-46A2-BC2F-94B16791664B}"/>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CD1343-EE45-402B-9FD2-BCD662E229F0}"/>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Trabajo local</a:t>
            </a:r>
          </a:p>
        </p:txBody>
      </p:sp>
      <p:sp>
        <p:nvSpPr>
          <p:cNvPr id="5" name="">
            <a:extLst xmlns:a="http://schemas.openxmlformats.org/drawingml/2006/main">
              <a:ext uri="{FF2B5EF4-FFF2-40B4-BE49-F238E27FC236}">
                <a16:creationId xmlns:a16="http://schemas.microsoft.com/office/drawing/2014/main" id="{D23470CC-F321-4B36-823A-AE6860D74295}"/>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Revisar git status, identificar cambios y probar antes de registrar.</a:t>
            </a:r>
          </a:p>
        </p:txBody>
      </p:sp>
      <p:sp>
        <p:nvSpPr>
          <p:cNvPr id="6" name="">
            <a:extLst xmlns:a="http://schemas.openxmlformats.org/drawingml/2006/main">
              <a:ext uri="{FF2B5EF4-FFF2-40B4-BE49-F238E27FC236}">
                <a16:creationId xmlns:a16="http://schemas.microsoft.com/office/drawing/2014/main" id="{AB811FD4-1A1D-4C48-8357-2C8018F161F7}"/>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EC9D90-7AB6-4586-86DC-0D5ED2CA7F02}"/>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Registro</a:t>
            </a:r>
          </a:p>
        </p:txBody>
      </p:sp>
      <p:sp>
        <p:nvSpPr>
          <p:cNvPr id="8" name="">
            <a:extLst xmlns:a="http://schemas.openxmlformats.org/drawingml/2006/main">
              <a:ext uri="{FF2B5EF4-FFF2-40B4-BE49-F238E27FC236}">
                <a16:creationId xmlns:a16="http://schemas.microsoft.com/office/drawing/2014/main" id="{09D60D6E-3205-46DE-8D0C-206F6E2A6A32}"/>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Crear commits concretos y descriptivos en la rama de trabajo.</a:t>
            </a:r>
          </a:p>
        </p:txBody>
      </p:sp>
      <p:sp>
        <p:nvSpPr>
          <p:cNvPr id="9" name="">
            <a:extLst xmlns:a="http://schemas.openxmlformats.org/drawingml/2006/main">
              <a:ext uri="{FF2B5EF4-FFF2-40B4-BE49-F238E27FC236}">
                <a16:creationId xmlns:a16="http://schemas.microsoft.com/office/drawing/2014/main" id="{6106E9FB-3059-48F7-A1F2-AC74920A684C}"/>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B44BA6-F1B4-4853-BB87-D558C66D43F8}"/>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Publicación</a:t>
            </a:r>
          </a:p>
        </p:txBody>
      </p:sp>
      <p:sp>
        <p:nvSpPr>
          <p:cNvPr id="11" name="">
            <a:extLst xmlns:a="http://schemas.openxmlformats.org/drawingml/2006/main">
              <a:ext uri="{FF2B5EF4-FFF2-40B4-BE49-F238E27FC236}">
                <a16:creationId xmlns:a16="http://schemas.microsoft.com/office/drawing/2014/main" id="{84293955-0166-466F-856C-D87AC6BE8679}"/>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Enviar la rama a GitHub e integrar los cambios acordados por el equipo.</a:t>
            </a:r>
          </a:p>
        </p:txBody>
      </p:sp>
      <p:sp>
        <p:nvSpPr>
          <p:cNvPr id="12" name="">
            <a:extLst xmlns:a="http://schemas.openxmlformats.org/drawingml/2006/main">
              <a:ext uri="{FF2B5EF4-FFF2-40B4-BE49-F238E27FC236}">
                <a16:creationId xmlns:a16="http://schemas.microsoft.com/office/drawing/2014/main" id="{67E9C44E-E6FA-41D1-ACCC-F6056583500A}"/>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0F4BB3-EBE1-418C-816A-38042E052D55}"/>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Evidencia</a:t>
            </a:r>
          </a:p>
        </p:txBody>
      </p:sp>
      <p:sp>
        <p:nvSpPr>
          <p:cNvPr id="14" name="">
            <a:extLst xmlns:a="http://schemas.openxmlformats.org/drawingml/2006/main">
              <a:ext uri="{FF2B5EF4-FFF2-40B4-BE49-F238E27FC236}">
                <a16:creationId xmlns:a16="http://schemas.microsoft.com/office/drawing/2014/main" id="{050834B3-3A20-4AA7-9733-4AB9179E89A9}"/>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Mostrar historial y diff. Comprobar que el código entregado está publicado.</a:t>
            </a:r>
          </a:p>
        </p:txBody>
      </p:sp>
    </p:spTree>
    <p:extLst>
      <p:ext uri="{BB962C8B-B14F-4D97-AF65-F5344CB8AC3E}">
        <p14:creationId xmlns:p14="http://schemas.microsoft.com/office/powerpoint/2010/main" val="1754322970"/>
      </p:ext>
    </p:extLst>
  </p:cSld>
</p:sld>
</file>

<file path=ppt/slides/slide4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586892-FF56-4E34-9DBD-EBF2FC184676}"/>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INTERFACES GRÁFICAS · 6 PUNTOS</a:t>
            </a:r>
          </a:p>
        </p:txBody>
      </p:sp>
      <p:sp>
        <p:nvSpPr>
          <p:cNvPr id="2" name="">
            <a:extLst xmlns:a="http://schemas.openxmlformats.org/drawingml/2006/main">
              <a:ext uri="{FF2B5EF4-FFF2-40B4-BE49-F238E27FC236}">
                <a16:creationId xmlns:a16="http://schemas.microsoft.com/office/drawing/2014/main" id="{1A546F8A-04CD-40F3-8C12-87AF54201816}"/>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Siete vistas FXML sostienen la navegación</a:t>
            </a:r>
          </a:p>
        </p:txBody>
      </p:sp>
      <p:sp>
        <p:nvSpPr>
          <p:cNvPr id="3" name="">
            <a:extLst xmlns:a="http://schemas.openxmlformats.org/drawingml/2006/main">
              <a:ext uri="{FF2B5EF4-FFF2-40B4-BE49-F238E27FC236}">
                <a16:creationId xmlns:a16="http://schemas.microsoft.com/office/drawing/2014/main" id="{D3832007-E66E-42BB-99A6-714C640C39CC}"/>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CC955CFC-5457-49C4-88EC-592BE3FB8E27}"/>
              </a:ext>
            </a:extLst>
          </p:cNvPr>
          <p:cNvGraphicFramePr/>
          <p:nvPr/>
        </p:nvGraphicFramePr>
        <p:xfrm>
          <a:off xmlns:a="http://schemas.openxmlformats.org/drawingml/2006/main" x="419100" y="1409700"/>
          <a:ext xmlns:a="http://schemas.openxmlformats.org/drawingml/2006/main" cx="8305800" cy="3276600"/>
        </p:xfrm>
        <a:graphic xmlns:a="http://schemas.openxmlformats.org/drawingml/2006/main">
          <a:graphicData uri="http://schemas.openxmlformats.org/drawingml/2006/table">
            <a:tbl>
              <a:tblPr/>
              <a:tblGrid>
                <a:gridCol w="2619375"/>
                <a:gridCol w="5686425"/>
              </a:tblGrid>
              <a:tr h="409575">
                <a:tc>
                  <a:txBody>
                    <a:bodyPr/>
                    <a:lstStyle/>
                    <a:p>
                      <a:r>
                        <a:rPr sz="1275" b="1">
                          <a:solidFill>
                            <a:srgbClr val="182C40"/>
                          </a:solidFill>
                        </a:rPr>
                        <a:t>Vista</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275" b="1">
                          <a:solidFill>
                            <a:srgbClr val="182C40"/>
                          </a:solidFill>
                        </a:rPr>
                        <a:t>Función implementada</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409575">
                <a:tc>
                  <a:txBody>
                    <a:bodyPr/>
                    <a:lstStyle/>
                    <a:p>
                      <a:r>
                        <a:rPr sz="1275" b="0">
                          <a:solidFill>
                            <a:srgbClr val="182C40"/>
                          </a:solidFill>
                        </a:rPr>
                        <a:t>login.fxml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Acceso y mensajes de validación</a:t>
                      </a:r>
                    </a:p>
                  </a:txBody>
                  <a:tcPr marL="91440" marR="91440" marT="45720" marB="45720">
                    <a:lnR w="5715">
                      <a:solidFill>
                        <a:srgbClr val="CEDAE0"/>
                      </a:solidFill>
                      <a:prstDash val="solid"/>
                    </a:lnR>
                    <a:lnB w="5715">
                      <a:solidFill>
                        <a:srgbClr val="CEDAE0"/>
                      </a:solidFill>
                      <a:prstDash val="solid"/>
                    </a:lnB>
                    <a:solidFill>
                      <a:srgbClr val="FFFFFF"/>
                    </a:solidFill>
                  </a:tcPr>
                </a:tc>
              </a:tr>
              <a:tr h="409575">
                <a:tc>
                  <a:txBody>
                    <a:bodyPr/>
                    <a:lstStyle/>
                    <a:p>
                      <a:r>
                        <a:rPr sz="1275" b="0">
                          <a:solidFill>
                            <a:srgbClr val="182C40"/>
                          </a:solidFill>
                        </a:rPr>
                        <a:t>dashboard.fxml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Menú lateral y contenedor de módulos</a:t>
                      </a:r>
                    </a:p>
                  </a:txBody>
                  <a:tcPr marL="91440" marR="91440" marT="45720" marB="45720">
                    <a:lnR w="5715">
                      <a:solidFill>
                        <a:srgbClr val="CEDAE0"/>
                      </a:solidFill>
                      <a:prstDash val="solid"/>
                    </a:lnR>
                    <a:lnB w="5715">
                      <a:solidFill>
                        <a:srgbClr val="CEDAE0"/>
                      </a:solidFill>
                      <a:prstDash val="solid"/>
                    </a:lnB>
                    <a:solidFill>
                      <a:srgbClr val="F0F4F6"/>
                    </a:solidFill>
                  </a:tcPr>
                </a:tc>
              </a:tr>
              <a:tr h="409575">
                <a:tc>
                  <a:txBody>
                    <a:bodyPr/>
                    <a:lstStyle/>
                    <a:p>
                      <a:r>
                        <a:rPr sz="1275" b="0">
                          <a:solidFill>
                            <a:srgbClr val="182C40"/>
                          </a:solidFill>
                        </a:rPr>
                        <a:t>dashboard_home.fxml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Indicadores y accesos rápidos</a:t>
                      </a:r>
                    </a:p>
                  </a:txBody>
                  <a:tcPr marL="91440" marR="91440" marT="45720" marB="45720">
                    <a:lnR w="5715">
                      <a:solidFill>
                        <a:srgbClr val="CEDAE0"/>
                      </a:solidFill>
                      <a:prstDash val="solid"/>
                    </a:lnR>
                    <a:lnB w="5715">
                      <a:solidFill>
                        <a:srgbClr val="CEDAE0"/>
                      </a:solidFill>
                      <a:prstDash val="solid"/>
                    </a:lnB>
                    <a:solidFill>
                      <a:srgbClr val="FFFFFF"/>
                    </a:solidFill>
                  </a:tcPr>
                </a:tc>
              </a:tr>
              <a:tr h="409575">
                <a:tc>
                  <a:txBody>
                    <a:bodyPr/>
                    <a:lstStyle/>
                    <a:p>
                      <a:r>
                        <a:rPr sz="1275" b="0">
                          <a:solidFill>
                            <a:srgbClr val="182C40"/>
                          </a:solidFill>
                        </a:rPr>
                        <a:t>pacientes.fxml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CRUD, búsqueda y exportación</a:t>
                      </a:r>
                    </a:p>
                  </a:txBody>
                  <a:tcPr marL="91440" marR="91440" marT="45720" marB="45720">
                    <a:lnR w="5715">
                      <a:solidFill>
                        <a:srgbClr val="CEDAE0"/>
                      </a:solidFill>
                      <a:prstDash val="solid"/>
                    </a:lnR>
                    <a:lnB w="5715">
                      <a:solidFill>
                        <a:srgbClr val="CEDAE0"/>
                      </a:solidFill>
                      <a:prstDash val="solid"/>
                    </a:lnB>
                    <a:solidFill>
                      <a:srgbClr val="F0F4F6"/>
                    </a:solidFill>
                  </a:tcPr>
                </a:tc>
              </a:tr>
              <a:tr h="409575">
                <a:tc>
                  <a:txBody>
                    <a:bodyPr/>
                    <a:lstStyle/>
                    <a:p>
                      <a:r>
                        <a:rPr sz="1275" b="0">
                          <a:solidFill>
                            <a:srgbClr val="182C40"/>
                          </a:solidFill>
                        </a:rPr>
                        <a:t>doctores.fxml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CRUD, búsqueda y exportación</a:t>
                      </a:r>
                    </a:p>
                  </a:txBody>
                  <a:tcPr marL="91440" marR="91440" marT="45720" marB="45720">
                    <a:lnR w="5715">
                      <a:solidFill>
                        <a:srgbClr val="CEDAE0"/>
                      </a:solidFill>
                      <a:prstDash val="solid"/>
                    </a:lnR>
                    <a:lnB w="5715">
                      <a:solidFill>
                        <a:srgbClr val="CEDAE0"/>
                      </a:solidFill>
                      <a:prstDash val="solid"/>
                    </a:lnB>
                    <a:solidFill>
                      <a:srgbClr val="FFFFFF"/>
                    </a:solidFill>
                  </a:tcPr>
                </a:tc>
              </a:tr>
              <a:tr h="409575">
                <a:tc>
                  <a:txBody>
                    <a:bodyPr/>
                    <a:lstStyle/>
                    <a:p>
                      <a:r>
                        <a:rPr sz="1275" b="0">
                          <a:solidFill>
                            <a:srgbClr val="182C40"/>
                          </a:solidFill>
                        </a:rPr>
                        <a:t>citas.fxml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275" b="0">
                          <a:solidFill>
                            <a:srgbClr val="182C40"/>
                          </a:solidFill>
                        </a:rPr>
                        <a:t>Programación, estados y exportación</a:t>
                      </a:r>
                    </a:p>
                  </a:txBody>
                  <a:tcPr marL="91440" marR="91440" marT="45720" marB="45720">
                    <a:lnR w="5715">
                      <a:solidFill>
                        <a:srgbClr val="CEDAE0"/>
                      </a:solidFill>
                      <a:prstDash val="solid"/>
                    </a:lnR>
                    <a:lnB w="5715">
                      <a:solidFill>
                        <a:srgbClr val="CEDAE0"/>
                      </a:solidFill>
                      <a:prstDash val="solid"/>
                    </a:lnB>
                    <a:solidFill>
                      <a:srgbClr val="F0F4F6"/>
                    </a:solidFill>
                  </a:tcPr>
                </a:tc>
              </a:tr>
              <a:tr h="409575">
                <a:tc>
                  <a:txBody>
                    <a:bodyPr/>
                    <a:lstStyle/>
                    <a:p>
                      <a:r>
                        <a:rPr sz="1275" b="0">
                          <a:solidFill>
                            <a:srgbClr val="182C40"/>
                          </a:solidFill>
                        </a:rPr>
                        <a:t>historial.fxml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275" b="0">
                          <a:solidFill>
                            <a:srgbClr val="182C40"/>
                          </a:solidFill>
                        </a:rPr>
                        <a:t>Diagnóstico, tratamiento y signos vitales</a:t>
                      </a:r>
                    </a:p>
                  </a:txBody>
                  <a:tcPr marL="91440" marR="91440" marT="45720" marB="45720">
                    <a:lnR w="5715">
                      <a:solidFill>
                        <a:srgbClr val="CEDAE0"/>
                      </a:solidFill>
                      <a:prstDash val="solid"/>
                    </a:lnR>
                    <a:lnB w="5715">
                      <a:solidFill>
                        <a:srgbClr val="CEDAE0"/>
                      </a:solidFill>
                      <a:prstDash val="solid"/>
                    </a:lnB>
                    <a:solidFill>
                      <a:srgbClr val="FFFFFF"/>
                    </a:solidFill>
                  </a:tcPr>
                </a:tc>
              </a:tr>
            </a:tbl>
          </a:graphicData>
        </a:graphic>
      </p:graphicFrame>
    </p:spTree>
    <p:extLst>
      <p:ext uri="{BB962C8B-B14F-4D97-AF65-F5344CB8AC3E}">
        <p14:creationId xmlns:p14="http://schemas.microsoft.com/office/powerpoint/2010/main" val="94995440"/>
      </p:ext>
    </p:extLst>
  </p:cSld>
</p:sld>
</file>

<file path=ppt/slides/slide4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6C5430-A3E7-4E5D-87D6-58F9BFBE7C78}"/>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INTERFACES GRÁFICAS</a:t>
            </a:r>
          </a:p>
        </p:txBody>
      </p:sp>
      <p:sp>
        <p:nvSpPr>
          <p:cNvPr id="2" name="">
            <a:extLst xmlns:a="http://schemas.openxmlformats.org/drawingml/2006/main">
              <a:ext uri="{FF2B5EF4-FFF2-40B4-BE49-F238E27FC236}">
                <a16:creationId xmlns:a16="http://schemas.microsoft.com/office/drawing/2014/main" id="{9D0F78A4-4905-4130-8226-E4698AA987BC}"/>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Recorrido para demostrar la interfaz</a:t>
            </a:r>
          </a:p>
        </p:txBody>
      </p:sp>
      <p:sp>
        <p:nvSpPr>
          <p:cNvPr id="3" name="">
            <a:extLst xmlns:a="http://schemas.openxmlformats.org/drawingml/2006/main">
              <a:ext uri="{FF2B5EF4-FFF2-40B4-BE49-F238E27FC236}">
                <a16:creationId xmlns:a16="http://schemas.microsoft.com/office/drawing/2014/main" id="{7F6E1D2B-9583-41F9-A34C-9DEB89AF399F}"/>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56554F-8CEF-47F3-8921-6798C8ADE3F1}"/>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1. Acceso</a:t>
            </a:r>
          </a:p>
        </p:txBody>
      </p:sp>
      <p:sp>
        <p:nvSpPr>
          <p:cNvPr id="5" name="">
            <a:extLst xmlns:a="http://schemas.openxmlformats.org/drawingml/2006/main">
              <a:ext uri="{FF2B5EF4-FFF2-40B4-BE49-F238E27FC236}">
                <a16:creationId xmlns:a16="http://schemas.microsoft.com/office/drawing/2014/main" id="{D88EC53C-5CCC-4D94-8B57-4DF0CBC61204}"/>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Probar credenciales inválidas y luego ingresar con un usuario activo.</a:t>
            </a:r>
          </a:p>
        </p:txBody>
      </p:sp>
      <p:sp>
        <p:nvSpPr>
          <p:cNvPr id="6" name="">
            <a:extLst xmlns:a="http://schemas.openxmlformats.org/drawingml/2006/main">
              <a:ext uri="{FF2B5EF4-FFF2-40B4-BE49-F238E27FC236}">
                <a16:creationId xmlns:a16="http://schemas.microsoft.com/office/drawing/2014/main" id="{8A981D1F-5E53-4605-8FB7-2C774373B188}"/>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6790B0-6ED6-416C-A919-74EDCB2E338D}"/>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2. Pacientes</a:t>
            </a:r>
          </a:p>
        </p:txBody>
      </p:sp>
      <p:sp>
        <p:nvSpPr>
          <p:cNvPr id="8" name="">
            <a:extLst xmlns:a="http://schemas.openxmlformats.org/drawingml/2006/main">
              <a:ext uri="{FF2B5EF4-FFF2-40B4-BE49-F238E27FC236}">
                <a16:creationId xmlns:a16="http://schemas.microsoft.com/office/drawing/2014/main" id="{09BB71B8-67DD-4608-8300-67663F7FE81B}"/>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Registrar, buscar y editar. Intentar guardar un DNI incorrecto.</a:t>
            </a:r>
          </a:p>
        </p:txBody>
      </p:sp>
      <p:sp>
        <p:nvSpPr>
          <p:cNvPr id="9" name="">
            <a:extLst xmlns:a="http://schemas.openxmlformats.org/drawingml/2006/main">
              <a:ext uri="{FF2B5EF4-FFF2-40B4-BE49-F238E27FC236}">
                <a16:creationId xmlns:a16="http://schemas.microsoft.com/office/drawing/2014/main" id="{3071EB20-32F4-4A1D-A619-186D9F4AA313}"/>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6FBA6F-CD9E-4B6B-BA3C-D97FBB72A5C0}"/>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3. Atención</a:t>
            </a:r>
          </a:p>
        </p:txBody>
      </p:sp>
      <p:sp>
        <p:nvSpPr>
          <p:cNvPr id="11" name="">
            <a:extLst xmlns:a="http://schemas.openxmlformats.org/drawingml/2006/main">
              <a:ext uri="{FF2B5EF4-FFF2-40B4-BE49-F238E27FC236}">
                <a16:creationId xmlns:a16="http://schemas.microsoft.com/office/drawing/2014/main" id="{CEE99D98-5A7A-410A-BDC3-1625271F53B8}"/>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Programar una cita y registrar una consulta en el historial clínico.</a:t>
            </a:r>
          </a:p>
        </p:txBody>
      </p:sp>
      <p:sp>
        <p:nvSpPr>
          <p:cNvPr id="12" name="">
            <a:extLst xmlns:a="http://schemas.openxmlformats.org/drawingml/2006/main">
              <a:ext uri="{FF2B5EF4-FFF2-40B4-BE49-F238E27FC236}">
                <a16:creationId xmlns:a16="http://schemas.microsoft.com/office/drawing/2014/main" id="{711247A9-B51E-4AC4-ACC7-722E4ABB4219}"/>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96EC71-A939-479A-A258-EC33E8CD3AA8}"/>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4. Verificación</a:t>
            </a:r>
          </a:p>
        </p:txBody>
      </p:sp>
      <p:sp>
        <p:nvSpPr>
          <p:cNvPr id="14" name="">
            <a:extLst xmlns:a="http://schemas.openxmlformats.org/drawingml/2006/main">
              <a:ext uri="{FF2B5EF4-FFF2-40B4-BE49-F238E27FC236}">
                <a16:creationId xmlns:a16="http://schemas.microsoft.com/office/drawing/2014/main" id="{5C26ABD0-AC78-4725-AEC4-FAB6215EC50D}"/>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Reabrir datos, revisar indicadores y exportar un archivo Excel.</a:t>
            </a:r>
          </a:p>
        </p:txBody>
      </p:sp>
    </p:spTree>
    <p:extLst>
      <p:ext uri="{BB962C8B-B14F-4D97-AF65-F5344CB8AC3E}">
        <p14:creationId xmlns:p14="http://schemas.microsoft.com/office/powerpoint/2010/main" val="1111855710"/>
      </p:ext>
    </p:extLst>
  </p:cSld>
</p:sld>
</file>

<file path=ppt/slides/slide4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FED97D-E314-4377-A597-6861D42E0DDE}"/>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PRODUCTO FINAL · 4 PUNTOS</a:t>
            </a:r>
          </a:p>
        </p:txBody>
      </p:sp>
      <p:sp>
        <p:nvSpPr>
          <p:cNvPr id="2" name="">
            <a:extLst xmlns:a="http://schemas.openxmlformats.org/drawingml/2006/main">
              <a:ext uri="{FF2B5EF4-FFF2-40B4-BE49-F238E27FC236}">
                <a16:creationId xmlns:a16="http://schemas.microsoft.com/office/drawing/2014/main" id="{2F4E2E99-7AA3-4C84-9398-DA56D4E51A96}"/>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Coherencia entre documentación y código</a:t>
            </a:r>
          </a:p>
        </p:txBody>
      </p:sp>
      <p:sp>
        <p:nvSpPr>
          <p:cNvPr id="3" name="">
            <a:extLst xmlns:a="http://schemas.openxmlformats.org/drawingml/2006/main">
              <a:ext uri="{FF2B5EF4-FFF2-40B4-BE49-F238E27FC236}">
                <a16:creationId xmlns:a16="http://schemas.microsoft.com/office/drawing/2014/main" id="{EE60A5B4-21F0-462B-84F6-55C60BEAEAFB}"/>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graphicFrame>
        <p:nvGraphicFramePr>
          <p:cNvPr id="4" name="">
            <a:extLst xmlns:a="http://schemas.openxmlformats.org/drawingml/2006/main">
              <a:ext uri="{FF2B5EF4-FFF2-40B4-BE49-F238E27FC236}">
                <a16:creationId xmlns:a16="http://schemas.microsoft.com/office/drawing/2014/main" id="{87E3C897-973E-4B72-8A81-11F49C4E2A0E}"/>
              </a:ext>
            </a:extLst>
          </p:cNvPr>
          <p:cNvGraphicFramePr/>
          <p:nvPr/>
        </p:nvGraphicFramePr>
        <p:xfrm>
          <a:off xmlns:a="http://schemas.openxmlformats.org/drawingml/2006/main" x="419100" y="1476375"/>
          <a:ext xmlns:a="http://schemas.openxmlformats.org/drawingml/2006/main" cx="8305800" cy="3009900"/>
        </p:xfrm>
        <a:graphic xmlns:a="http://schemas.openxmlformats.org/drawingml/2006/main">
          <a:graphicData uri="http://schemas.openxmlformats.org/drawingml/2006/table">
            <a:tbl>
              <a:tblPr/>
              <a:tblGrid>
                <a:gridCol w="1809750"/>
                <a:gridCol w="6496050"/>
              </a:tblGrid>
              <a:tr h="501650">
                <a:tc>
                  <a:txBody>
                    <a:bodyPr/>
                    <a:lstStyle/>
                    <a:p>
                      <a:r>
                        <a:rPr sz="1350" b="1">
                          <a:solidFill>
                            <a:srgbClr val="182C40"/>
                          </a:solidFill>
                        </a:rPr>
                        <a:t>Tema</a:t>
                      </a:r>
                    </a:p>
                  </a:txBody>
                  <a:tcPr marL="91440" marR="91440" marT="45720" marB="45720">
                    <a:lnL w="5715">
                      <a:solidFill>
                        <a:srgbClr val="CEDAE0"/>
                      </a:solidFill>
                      <a:prstDash val="solid"/>
                    </a:lnL>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c>
                  <a:txBody>
                    <a:bodyPr/>
                    <a:lstStyle/>
                    <a:p>
                      <a:r>
                        <a:rPr sz="1350" b="1">
                          <a:solidFill>
                            <a:srgbClr val="182C40"/>
                          </a:solidFill>
                        </a:rPr>
                        <a:t>Situación que presenta la entrega 3</a:t>
                      </a:r>
                    </a:p>
                  </a:txBody>
                  <a:tcPr marL="91440" marR="91440" marT="45720" marB="45720">
                    <a:lnR w="5715">
                      <a:solidFill>
                        <a:srgbClr val="CEDAE0"/>
                      </a:solidFill>
                      <a:prstDash val="solid"/>
                    </a:lnR>
                    <a:lnT w="5715">
                      <a:solidFill>
                        <a:srgbClr val="CEDAE0"/>
                      </a:solidFill>
                      <a:prstDash val="solid"/>
                    </a:lnT>
                    <a:lnB w="5715">
                      <a:solidFill>
                        <a:srgbClr val="CEDAE0"/>
                      </a:solidFill>
                      <a:prstDash val="solid"/>
                    </a:lnB>
                    <a:solidFill>
                      <a:srgbClr val="DFF4F7"/>
                    </a:solidFill>
                  </a:tcPr>
                </a:tc>
              </a:tr>
              <a:tr h="501650">
                <a:tc>
                  <a:txBody>
                    <a:bodyPr/>
                    <a:lstStyle/>
                    <a:p>
                      <a:r>
                        <a:rPr sz="1350" b="0">
                          <a:solidFill>
                            <a:srgbClr val="182C40"/>
                          </a:solidFill>
                        </a:rPr>
                        <a:t>Tecnología</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pom.xml configura Java 25 y JavaFX 21.0.7.</a:t>
                      </a:r>
                    </a:p>
                  </a:txBody>
                  <a:tcPr marL="91440" marR="91440" marT="45720" marB="45720">
                    <a:lnR w="5715">
                      <a:solidFill>
                        <a:srgbClr val="CEDAE0"/>
                      </a:solidFill>
                      <a:prstDash val="solid"/>
                    </a:lnR>
                    <a:lnB w="5715">
                      <a:solidFill>
                        <a:srgbClr val="CEDAE0"/>
                      </a:solidFill>
                      <a:prstDash val="solid"/>
                    </a:lnB>
                    <a:solidFill>
                      <a:srgbClr val="FFFFFF"/>
                    </a:solidFill>
                  </a:tcPr>
                </a:tc>
              </a:tr>
              <a:tr h="501650">
                <a:tc>
                  <a:txBody>
                    <a:bodyPr/>
                    <a:lstStyle/>
                    <a:p>
                      <a:r>
                        <a:rPr sz="1350" b="0">
                          <a:solidFill>
                            <a:srgbClr val="182C40"/>
                          </a:solidFill>
                        </a:rPr>
                        <a:t>Acceso</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UsuarioDAO y BCrypt reemplazan las credenciales fijas.</a:t>
                      </a:r>
                    </a:p>
                  </a:txBody>
                  <a:tcPr marL="91440" marR="91440" marT="45720" marB="45720">
                    <a:lnR w="5715">
                      <a:solidFill>
                        <a:srgbClr val="CEDAE0"/>
                      </a:solidFill>
                      <a:prstDash val="solid"/>
                    </a:lnR>
                    <a:lnB w="5715">
                      <a:solidFill>
                        <a:srgbClr val="CEDAE0"/>
                      </a:solidFill>
                      <a:prstDash val="solid"/>
                    </a:lnB>
                    <a:solidFill>
                      <a:srgbClr val="F0F4F6"/>
                    </a:solidFill>
                  </a:tcPr>
                </a:tc>
              </a:tr>
              <a:tr h="501650">
                <a:tc>
                  <a:txBody>
                    <a:bodyPr/>
                    <a:lstStyle/>
                    <a:p>
                      <a:r>
                        <a:rPr sz="1350" b="0">
                          <a:solidFill>
                            <a:srgbClr val="182C40"/>
                          </a:solidFill>
                        </a:rPr>
                        <a:t>Identificadores</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IdGenerator genera correlativos con prefijos, no UUIDs.</a:t>
                      </a:r>
                    </a:p>
                  </a:txBody>
                  <a:tcPr marL="91440" marR="91440" marT="45720" marB="45720">
                    <a:lnR w="5715">
                      <a:solidFill>
                        <a:srgbClr val="CEDAE0"/>
                      </a:solidFill>
                      <a:prstDash val="solid"/>
                    </a:lnR>
                    <a:lnB w="5715">
                      <a:solidFill>
                        <a:srgbClr val="CEDAE0"/>
                      </a:solidFill>
                      <a:prstDash val="solid"/>
                    </a:lnB>
                    <a:solidFill>
                      <a:srgbClr val="FFFFFF"/>
                    </a:solidFill>
                  </a:tcPr>
                </a:tc>
              </a:tr>
              <a:tr h="501650">
                <a:tc>
                  <a:txBody>
                    <a:bodyPr/>
                    <a:lstStyle/>
                    <a:p>
                      <a:r>
                        <a:rPr sz="1350" b="0">
                          <a:solidFill>
                            <a:srgbClr val="182C40"/>
                          </a:solidFill>
                        </a:rPr>
                        <a:t>Diseño visual</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0F4F6"/>
                    </a:solidFill>
                  </a:tcPr>
                </a:tc>
                <a:tc>
                  <a:txBody>
                    <a:bodyPr/>
                    <a:lstStyle/>
                    <a:p>
                      <a:r>
                        <a:rPr sz="1350" b="0">
                          <a:solidFill>
                            <a:srgbClr val="182C40"/>
                          </a:solidFill>
                        </a:rPr>
                        <a:t>Las capturas Figma son prototipos. La implementación usa FXML y CSS.</a:t>
                      </a:r>
                    </a:p>
                  </a:txBody>
                  <a:tcPr marL="91440" marR="91440" marT="45720" marB="45720">
                    <a:lnR w="5715">
                      <a:solidFill>
                        <a:srgbClr val="CEDAE0"/>
                      </a:solidFill>
                      <a:prstDash val="solid"/>
                    </a:lnR>
                    <a:lnB w="5715">
                      <a:solidFill>
                        <a:srgbClr val="CEDAE0"/>
                      </a:solidFill>
                      <a:prstDash val="solid"/>
                    </a:lnB>
                    <a:solidFill>
                      <a:srgbClr val="F0F4F6"/>
                    </a:solidFill>
                  </a:tcPr>
                </a:tc>
              </a:tr>
              <a:tr h="501650">
                <a:tc>
                  <a:txBody>
                    <a:bodyPr/>
                    <a:lstStyle/>
                    <a:p>
                      <a:r>
                        <a:rPr sz="1350" b="0">
                          <a:solidFill>
                            <a:srgbClr val="182C40"/>
                          </a:solidFill>
                        </a:rPr>
                        <a:t>Calidad</a:t>
                      </a:r>
                    </a:p>
                  </a:txBody>
                  <a:tcPr marL="91440" marR="91440" marT="45720" marB="45720">
                    <a:lnL w="5715">
                      <a:solidFill>
                        <a:srgbClr val="CEDAE0"/>
                      </a:solidFill>
                      <a:prstDash val="solid"/>
                    </a:lnL>
                    <a:lnR w="5715">
                      <a:solidFill>
                        <a:srgbClr val="CEDAE0"/>
                      </a:solidFill>
                      <a:prstDash val="solid"/>
                    </a:lnR>
                    <a:lnB w="5715">
                      <a:solidFill>
                        <a:srgbClr val="CEDAE0"/>
                      </a:solidFill>
                      <a:prstDash val="solid"/>
                    </a:lnB>
                    <a:solidFill>
                      <a:srgbClr val="FFFFFF"/>
                    </a:solidFill>
                  </a:tcPr>
                </a:tc>
                <a:tc>
                  <a:txBody>
                    <a:bodyPr/>
                    <a:lstStyle/>
                    <a:p>
                      <a:r>
                        <a:rPr sz="1350" b="0">
                          <a:solidFill>
                            <a:srgbClr val="182C40"/>
                          </a:solidFill>
                        </a:rPr>
                        <a:t>12 pruebas definidas. La ejecución integrada requiere evidencia adicional.</a:t>
                      </a:r>
                    </a:p>
                  </a:txBody>
                  <a:tcPr marL="91440" marR="91440" marT="45720" marB="45720">
                    <a:lnR w="5715">
                      <a:solidFill>
                        <a:srgbClr val="CEDAE0"/>
                      </a:solidFill>
                      <a:prstDash val="solid"/>
                    </a:lnR>
                    <a:lnB w="5715">
                      <a:solidFill>
                        <a:srgbClr val="CEDAE0"/>
                      </a:solidFill>
                      <a:prstDash val="solid"/>
                    </a:lnB>
                    <a:solidFill>
                      <a:srgbClr val="FFFFFF"/>
                    </a:solidFill>
                  </a:tcPr>
                </a:tc>
              </a:tr>
            </a:tbl>
          </a:graphicData>
        </a:graphic>
      </p:graphicFrame>
    </p:spTree>
    <p:extLst>
      <p:ext uri="{BB962C8B-B14F-4D97-AF65-F5344CB8AC3E}">
        <p14:creationId xmlns:p14="http://schemas.microsoft.com/office/powerpoint/2010/main" val="1517546042"/>
      </p:ext>
    </p:extLst>
  </p:cSld>
</p:sld>
</file>

<file path=ppt/slides/slide4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8D02C9-2F43-4542-96CC-611B0E5D9991}"/>
              </a:ext>
            </a:extLst>
          </p:cNvPr>
          <p:cNvSpPr>
            <a:spLocks xmlns:a="http://schemas.openxmlformats.org/drawingml/2006/main" noGrp="1"/>
          </p:cNvSpPr>
          <p:nvPr/>
        </p:nvSpPr>
        <p:spPr>
          <a:xfrm xmlns:a="http://schemas.openxmlformats.org/drawingml/2006/main">
            <a:off x="419100" y="238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25" b="1">
                <a:solidFill>
                  <a:srgbClr val="05B8D0"/>
                </a:solidFill>
              </a:defRPr>
            </a:defPPr>
            <a:lvl1pPr>
              <a:defRPr sz="825" b="1">
                <a:solidFill>
                  <a:srgbClr val="05B8D0"/>
                </a:solidFill>
              </a:defRPr>
            </a:lvl1pPr>
            <a:lvl2pPr>
              <a:defRPr sz="825" b="1">
                <a:solidFill>
                  <a:srgbClr val="05B8D0"/>
                </a:solidFill>
              </a:defRPr>
            </a:lvl2pPr>
            <a:lvl3pPr>
              <a:defRPr sz="825" b="1">
                <a:solidFill>
                  <a:srgbClr val="05B8D0"/>
                </a:solidFill>
              </a:defRPr>
            </a:lvl3pPr>
            <a:lvl4pPr>
              <a:defRPr sz="825" b="1">
                <a:solidFill>
                  <a:srgbClr val="05B8D0"/>
                </a:solidFill>
              </a:defRPr>
            </a:lvl4pPr>
            <a:lvl5pPr>
              <a:defRPr sz="825" b="1">
                <a:solidFill>
                  <a:srgbClr val="05B8D0"/>
                </a:solidFill>
              </a:defRPr>
            </a:lvl5pPr>
            <a:lvl6pPr>
              <a:defRPr sz="825" b="1">
                <a:solidFill>
                  <a:srgbClr val="05B8D0"/>
                </a:solidFill>
              </a:defRPr>
            </a:lvl6pPr>
            <a:lvl7pPr>
              <a:defRPr sz="825" b="1">
                <a:solidFill>
                  <a:srgbClr val="05B8D0"/>
                </a:solidFill>
              </a:defRPr>
            </a:lvl7pPr>
            <a:lvl8pPr>
              <a:defRPr sz="825" b="1">
                <a:solidFill>
                  <a:srgbClr val="05B8D0"/>
                </a:solidFill>
              </a:defRPr>
            </a:lvl8pPr>
            <a:lvl9pPr>
              <a:defRPr sz="825" b="1">
                <a:solidFill>
                  <a:srgbClr val="05B8D0"/>
                </a:solidFill>
              </a:defRPr>
            </a:lvl9pPr>
          </a:lstStyle>
          <a:p xmlns:a="http://schemas.openxmlformats.org/drawingml/2006/main">
            <a:pPr>
              <a:defRPr sz="825" b="1">
                <a:solidFill>
                  <a:srgbClr val="05B8D0"/>
                </a:solidFill>
              </a:defRPr>
            </a:pPr>
            <a:r>
              <a:rPr sz="825" b="1">
                <a:solidFill>
                  <a:srgbClr val="05B8D0"/>
                </a:solidFill>
              </a:rPr>
              <a:t>PRODUCTO FINAL Y SUSTENTACIÓN</a:t>
            </a:r>
          </a:p>
        </p:txBody>
      </p:sp>
      <p:sp>
        <p:nvSpPr>
          <p:cNvPr id="2" name="">
            <a:extLst xmlns:a="http://schemas.openxmlformats.org/drawingml/2006/main">
              <a:ext uri="{FF2B5EF4-FFF2-40B4-BE49-F238E27FC236}">
                <a16:creationId xmlns:a16="http://schemas.microsoft.com/office/drawing/2014/main" id="{BA760085-53A0-4D0E-AA82-2272C4C59B1D}"/>
              </a:ext>
            </a:extLst>
          </p:cNvPr>
          <p:cNvSpPr>
            <a:spLocks xmlns:a="http://schemas.openxmlformats.org/drawingml/2006/main" noGrp="1"/>
          </p:cNvSpPr>
          <p:nvPr/>
        </p:nvSpPr>
        <p:spPr>
          <a:xfrm xmlns:a="http://schemas.openxmlformats.org/drawingml/2006/main">
            <a:off x="419100" y="552450"/>
            <a:ext cx="830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82C40"/>
                </a:solidFill>
              </a:defRPr>
            </a:defPPr>
            <a:lvl1pPr>
              <a:defRPr sz="2175" b="1">
                <a:solidFill>
                  <a:srgbClr val="182C40"/>
                </a:solidFill>
              </a:defRPr>
            </a:lvl1pPr>
            <a:lvl2pPr>
              <a:defRPr sz="2175" b="1">
                <a:solidFill>
                  <a:srgbClr val="182C40"/>
                </a:solidFill>
              </a:defRPr>
            </a:lvl2pPr>
            <a:lvl3pPr>
              <a:defRPr sz="2175" b="1">
                <a:solidFill>
                  <a:srgbClr val="182C40"/>
                </a:solidFill>
              </a:defRPr>
            </a:lvl3pPr>
            <a:lvl4pPr>
              <a:defRPr sz="2175" b="1">
                <a:solidFill>
                  <a:srgbClr val="182C40"/>
                </a:solidFill>
              </a:defRPr>
            </a:lvl4pPr>
            <a:lvl5pPr>
              <a:defRPr sz="2175" b="1">
                <a:solidFill>
                  <a:srgbClr val="182C40"/>
                </a:solidFill>
              </a:defRPr>
            </a:lvl5pPr>
            <a:lvl6pPr>
              <a:defRPr sz="2175" b="1">
                <a:solidFill>
                  <a:srgbClr val="182C40"/>
                </a:solidFill>
              </a:defRPr>
            </a:lvl6pPr>
            <a:lvl7pPr>
              <a:defRPr sz="2175" b="1">
                <a:solidFill>
                  <a:srgbClr val="182C40"/>
                </a:solidFill>
              </a:defRPr>
            </a:lvl7pPr>
            <a:lvl8pPr>
              <a:defRPr sz="2175" b="1">
                <a:solidFill>
                  <a:srgbClr val="182C40"/>
                </a:solidFill>
              </a:defRPr>
            </a:lvl8pPr>
            <a:lvl9pPr>
              <a:defRPr sz="2175" b="1">
                <a:solidFill>
                  <a:srgbClr val="182C40"/>
                </a:solidFill>
              </a:defRPr>
            </a:lvl9pPr>
          </a:lstStyle>
          <a:p xmlns:a="http://schemas.openxmlformats.org/drawingml/2006/main">
            <a:pPr>
              <a:defRPr sz="2175" b="1">
                <a:solidFill>
                  <a:srgbClr val="182C40"/>
                </a:solidFill>
              </a:defRPr>
            </a:pPr>
            <a:r>
              <a:rPr sz="2175" b="1">
                <a:solidFill>
                  <a:srgbClr val="182C40"/>
                </a:solidFill>
              </a:rPr>
              <a:t>Conclusiones y cierre de la sustentación</a:t>
            </a:r>
          </a:p>
        </p:txBody>
      </p:sp>
      <p:sp>
        <p:nvSpPr>
          <p:cNvPr id="3" name="">
            <a:extLst xmlns:a="http://schemas.openxmlformats.org/drawingml/2006/main">
              <a:ext uri="{FF2B5EF4-FFF2-40B4-BE49-F238E27FC236}">
                <a16:creationId xmlns:a16="http://schemas.microsoft.com/office/drawing/2014/main" id="{603A9987-3661-4D9D-9F3E-39019B214A91}"/>
              </a:ext>
            </a:extLst>
          </p:cNvPr>
          <p:cNvSpPr>
            <a:spLocks xmlns:a="http://schemas.openxmlformats.org/drawingml/2006/main" noGrp="1"/>
          </p:cNvSpPr>
          <p:nvPr/>
        </p:nvSpPr>
        <p:spPr>
          <a:xfrm xmlns:a="http://schemas.openxmlformats.org/drawingml/2006/main">
            <a:off x="419100" y="1171575"/>
            <a:ext cx="619125" cy="38100"/>
          </a:xfrm>
          <a:prstGeom xmlns:a="http://schemas.openxmlformats.org/drawingml/2006/main" prst="rect">
            <a:avLst/>
          </a:prstGeom>
          <a:solidFill xmlns:a="http://schemas.openxmlformats.org/drawingml/2006/main">
            <a:srgbClr val="05B8D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1A12D6-1E66-4879-A07A-9DC7E43A5C83}"/>
              </a:ext>
            </a:extLst>
          </p:cNvPr>
          <p:cNvSpPr>
            <a:spLocks xmlns:a="http://schemas.openxmlformats.org/drawingml/2006/main" noGrp="1"/>
          </p:cNvSpPr>
          <p:nvPr/>
        </p:nvSpPr>
        <p:spPr>
          <a:xfrm xmlns:a="http://schemas.openxmlformats.org/drawingml/2006/main">
            <a:off x="419100" y="14573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Resultado</a:t>
            </a:r>
          </a:p>
        </p:txBody>
      </p:sp>
      <p:sp>
        <p:nvSpPr>
          <p:cNvPr id="5" name="">
            <a:extLst xmlns:a="http://schemas.openxmlformats.org/drawingml/2006/main">
              <a:ext uri="{FF2B5EF4-FFF2-40B4-BE49-F238E27FC236}">
                <a16:creationId xmlns:a16="http://schemas.microsoft.com/office/drawing/2014/main" id="{84B15DC4-208C-4727-94EC-6B56BD139915}"/>
              </a:ext>
            </a:extLst>
          </p:cNvPr>
          <p:cNvSpPr>
            <a:spLocks xmlns:a="http://schemas.openxmlformats.org/drawingml/2006/main" noGrp="1"/>
          </p:cNvSpPr>
          <p:nvPr/>
        </p:nvSpPr>
        <p:spPr>
          <a:xfrm xmlns:a="http://schemas.openxmlformats.org/drawingml/2006/main">
            <a:off x="2609850" y="14573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El proyecto integra acceso, pacientes, doctores, citas e historial clínico.</a:t>
            </a:r>
          </a:p>
        </p:txBody>
      </p:sp>
      <p:sp>
        <p:nvSpPr>
          <p:cNvPr id="6" name="">
            <a:extLst xmlns:a="http://schemas.openxmlformats.org/drawingml/2006/main">
              <a:ext uri="{FF2B5EF4-FFF2-40B4-BE49-F238E27FC236}">
                <a16:creationId xmlns:a16="http://schemas.microsoft.com/office/drawing/2014/main" id="{D4668D8E-156A-486E-8001-5F149CE19458}"/>
              </a:ext>
            </a:extLst>
          </p:cNvPr>
          <p:cNvSpPr>
            <a:spLocks xmlns:a="http://schemas.openxmlformats.org/drawingml/2006/main" noGrp="1"/>
          </p:cNvSpPr>
          <p:nvPr/>
        </p:nvSpPr>
        <p:spPr>
          <a:xfrm xmlns:a="http://schemas.openxmlformats.org/drawingml/2006/main">
            <a:off x="419100" y="20955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4DD452-0B77-4FE1-AAB1-CAD9DA30918F}"/>
              </a:ext>
            </a:extLst>
          </p:cNvPr>
          <p:cNvSpPr>
            <a:spLocks xmlns:a="http://schemas.openxmlformats.org/drawingml/2006/main" noGrp="1"/>
          </p:cNvSpPr>
          <p:nvPr/>
        </p:nvSpPr>
        <p:spPr>
          <a:xfrm xmlns:a="http://schemas.openxmlformats.org/drawingml/2006/main">
            <a:off x="419100" y="22002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Decisiones</a:t>
            </a:r>
          </a:p>
        </p:txBody>
      </p:sp>
      <p:sp>
        <p:nvSpPr>
          <p:cNvPr id="8" name="">
            <a:extLst xmlns:a="http://schemas.openxmlformats.org/drawingml/2006/main">
              <a:ext uri="{FF2B5EF4-FFF2-40B4-BE49-F238E27FC236}">
                <a16:creationId xmlns:a16="http://schemas.microsoft.com/office/drawing/2014/main" id="{A63C68D8-2FFA-4DBB-86D2-018BD218ECF7}"/>
              </a:ext>
            </a:extLst>
          </p:cNvPr>
          <p:cNvSpPr>
            <a:spLocks xmlns:a="http://schemas.openxmlformats.org/drawingml/2006/main" noGrp="1"/>
          </p:cNvSpPr>
          <p:nvPr/>
        </p:nvSpPr>
        <p:spPr>
          <a:xfrm xmlns:a="http://schemas.openxmlformats.org/drawingml/2006/main">
            <a:off x="2609850" y="22002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MVC y DAO organizan el código. SRP separa validación, persistencia y exportación.</a:t>
            </a:r>
          </a:p>
        </p:txBody>
      </p:sp>
      <p:sp>
        <p:nvSpPr>
          <p:cNvPr id="9" name="">
            <a:extLst xmlns:a="http://schemas.openxmlformats.org/drawingml/2006/main">
              <a:ext uri="{FF2B5EF4-FFF2-40B4-BE49-F238E27FC236}">
                <a16:creationId xmlns:a16="http://schemas.microsoft.com/office/drawing/2014/main" id="{0849956F-4437-44F5-9541-C7F82CCB2435}"/>
              </a:ext>
            </a:extLst>
          </p:cNvPr>
          <p:cNvSpPr>
            <a:spLocks xmlns:a="http://schemas.openxmlformats.org/drawingml/2006/main" noGrp="1"/>
          </p:cNvSpPr>
          <p:nvPr/>
        </p:nvSpPr>
        <p:spPr>
          <a:xfrm xmlns:a="http://schemas.openxmlformats.org/drawingml/2006/main">
            <a:off x="419100" y="283845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2F8A4B-81F0-4E3F-93DE-314C9347A085}"/>
              </a:ext>
            </a:extLst>
          </p:cNvPr>
          <p:cNvSpPr>
            <a:spLocks xmlns:a="http://schemas.openxmlformats.org/drawingml/2006/main" noGrp="1"/>
          </p:cNvSpPr>
          <p:nvPr/>
        </p:nvSpPr>
        <p:spPr>
          <a:xfrm xmlns:a="http://schemas.openxmlformats.org/drawingml/2006/main">
            <a:off x="419100" y="294322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Evidencia</a:t>
            </a:r>
          </a:p>
        </p:txBody>
      </p:sp>
      <p:sp>
        <p:nvSpPr>
          <p:cNvPr id="11" name="">
            <a:extLst xmlns:a="http://schemas.openxmlformats.org/drawingml/2006/main">
              <a:ext uri="{FF2B5EF4-FFF2-40B4-BE49-F238E27FC236}">
                <a16:creationId xmlns:a16="http://schemas.microsoft.com/office/drawing/2014/main" id="{316646F3-E48B-4804-A14A-755432248090}"/>
              </a:ext>
            </a:extLst>
          </p:cNvPr>
          <p:cNvSpPr>
            <a:spLocks xmlns:a="http://schemas.openxmlformats.org/drawingml/2006/main" noGrp="1"/>
          </p:cNvSpPr>
          <p:nvPr/>
        </p:nvSpPr>
        <p:spPr>
          <a:xfrm xmlns:a="http://schemas.openxmlformats.org/drawingml/2006/main">
            <a:off x="2609850" y="294322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Las cuatro librerías, los archivos FXML y las pruebas son identificables en el proyecto.</a:t>
            </a:r>
          </a:p>
        </p:txBody>
      </p:sp>
      <p:sp>
        <p:nvSpPr>
          <p:cNvPr id="12" name="">
            <a:extLst xmlns:a="http://schemas.openxmlformats.org/drawingml/2006/main">
              <a:ext uri="{FF2B5EF4-FFF2-40B4-BE49-F238E27FC236}">
                <a16:creationId xmlns:a16="http://schemas.microsoft.com/office/drawing/2014/main" id="{C03CA3C2-AE29-4834-806D-BDA1FC8F60B0}"/>
              </a:ext>
            </a:extLst>
          </p:cNvPr>
          <p:cNvSpPr>
            <a:spLocks xmlns:a="http://schemas.openxmlformats.org/drawingml/2006/main" noGrp="1"/>
          </p:cNvSpPr>
          <p:nvPr/>
        </p:nvSpPr>
        <p:spPr>
          <a:xfrm xmlns:a="http://schemas.openxmlformats.org/drawingml/2006/main">
            <a:off x="419100" y="3581400"/>
            <a:ext cx="8248650" cy="9525"/>
          </a:xfrm>
          <a:prstGeom xmlns:a="http://schemas.openxmlformats.org/drawingml/2006/main" prst="rect">
            <a:avLst/>
          </a:prstGeom>
          <a:solidFill xmlns:a="http://schemas.openxmlformats.org/drawingml/2006/main">
            <a:srgbClr val="DAE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3A623A-36A7-4F79-9182-6D09DD2EF24A}"/>
              </a:ext>
            </a:extLst>
          </p:cNvPr>
          <p:cNvSpPr>
            <a:spLocks xmlns:a="http://schemas.openxmlformats.org/drawingml/2006/main" noGrp="1"/>
          </p:cNvSpPr>
          <p:nvPr/>
        </p:nvSpPr>
        <p:spPr>
          <a:xfrm xmlns:a="http://schemas.openxmlformats.org/drawingml/2006/main">
            <a:off x="419100" y="3686175"/>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1">
                <a:solidFill>
                  <a:srgbClr val="182C40"/>
                </a:solidFill>
              </a:defRPr>
            </a:defPPr>
            <a:lvl1pPr>
              <a:defRPr sz="1350" b="1">
                <a:solidFill>
                  <a:srgbClr val="182C40"/>
                </a:solidFill>
              </a:defRPr>
            </a:lvl1pPr>
            <a:lvl2pPr>
              <a:defRPr sz="1350" b="1">
                <a:solidFill>
                  <a:srgbClr val="182C40"/>
                </a:solidFill>
              </a:defRPr>
            </a:lvl2pPr>
            <a:lvl3pPr>
              <a:defRPr sz="1350" b="1">
                <a:solidFill>
                  <a:srgbClr val="182C40"/>
                </a:solidFill>
              </a:defRPr>
            </a:lvl3pPr>
            <a:lvl4pPr>
              <a:defRPr sz="1350" b="1">
                <a:solidFill>
                  <a:srgbClr val="182C40"/>
                </a:solidFill>
              </a:defRPr>
            </a:lvl4pPr>
            <a:lvl5pPr>
              <a:defRPr sz="1350" b="1">
                <a:solidFill>
                  <a:srgbClr val="182C40"/>
                </a:solidFill>
              </a:defRPr>
            </a:lvl5pPr>
            <a:lvl6pPr>
              <a:defRPr sz="1350" b="1">
                <a:solidFill>
                  <a:srgbClr val="182C40"/>
                </a:solidFill>
              </a:defRPr>
            </a:lvl6pPr>
            <a:lvl7pPr>
              <a:defRPr sz="1350" b="1">
                <a:solidFill>
                  <a:srgbClr val="182C40"/>
                </a:solidFill>
              </a:defRPr>
            </a:lvl7pPr>
            <a:lvl8pPr>
              <a:defRPr sz="1350" b="1">
                <a:solidFill>
                  <a:srgbClr val="182C40"/>
                </a:solidFill>
              </a:defRPr>
            </a:lvl8pPr>
            <a:lvl9pPr>
              <a:defRPr sz="1350" b="1">
                <a:solidFill>
                  <a:srgbClr val="182C40"/>
                </a:solidFill>
              </a:defRPr>
            </a:lvl9pPr>
          </a:lstStyle>
          <a:p xmlns:a="http://schemas.openxmlformats.org/drawingml/2006/main">
            <a:pPr>
              <a:defRPr sz="1350" b="1">
                <a:solidFill>
                  <a:srgbClr val="182C40"/>
                </a:solidFill>
              </a:defRPr>
            </a:pPr>
            <a:r>
              <a:rPr sz="1350" b="1">
                <a:solidFill>
                  <a:srgbClr val="182C40"/>
                </a:solidFill>
              </a:rPr>
              <a:t>Cierre</a:t>
            </a:r>
          </a:p>
        </p:txBody>
      </p:sp>
      <p:sp>
        <p:nvSpPr>
          <p:cNvPr id="14" name="">
            <a:extLst xmlns:a="http://schemas.openxmlformats.org/drawingml/2006/main">
              <a:ext uri="{FF2B5EF4-FFF2-40B4-BE49-F238E27FC236}">
                <a16:creationId xmlns:a16="http://schemas.microsoft.com/office/drawing/2014/main" id="{CA5ADDE8-27B1-4ED5-99BA-9181B4B38F3A}"/>
              </a:ext>
            </a:extLst>
          </p:cNvPr>
          <p:cNvSpPr>
            <a:spLocks xmlns:a="http://schemas.openxmlformats.org/drawingml/2006/main" noGrp="1"/>
          </p:cNvSpPr>
          <p:nvPr/>
        </p:nvSpPr>
        <p:spPr>
          <a:xfrm xmlns:a="http://schemas.openxmlformats.org/drawingml/2006/main">
            <a:off x="2609850" y="3686175"/>
            <a:ext cx="6057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182C40"/>
                </a:solidFill>
              </a:defRPr>
            </a:defPPr>
            <a:lvl1pPr>
              <a:defRPr sz="1425" b="0">
                <a:solidFill>
                  <a:srgbClr val="182C40"/>
                </a:solidFill>
              </a:defRPr>
            </a:lvl1pPr>
            <a:lvl2pPr>
              <a:defRPr sz="1425" b="0">
                <a:solidFill>
                  <a:srgbClr val="182C40"/>
                </a:solidFill>
              </a:defRPr>
            </a:lvl2pPr>
            <a:lvl3pPr>
              <a:defRPr sz="1425" b="0">
                <a:solidFill>
                  <a:srgbClr val="182C40"/>
                </a:solidFill>
              </a:defRPr>
            </a:lvl3pPr>
            <a:lvl4pPr>
              <a:defRPr sz="1425" b="0">
                <a:solidFill>
                  <a:srgbClr val="182C40"/>
                </a:solidFill>
              </a:defRPr>
            </a:lvl4pPr>
            <a:lvl5pPr>
              <a:defRPr sz="1425" b="0">
                <a:solidFill>
                  <a:srgbClr val="182C40"/>
                </a:solidFill>
              </a:defRPr>
            </a:lvl5pPr>
            <a:lvl6pPr>
              <a:defRPr sz="1425" b="0">
                <a:solidFill>
                  <a:srgbClr val="182C40"/>
                </a:solidFill>
              </a:defRPr>
            </a:lvl6pPr>
            <a:lvl7pPr>
              <a:defRPr sz="1425" b="0">
                <a:solidFill>
                  <a:srgbClr val="182C40"/>
                </a:solidFill>
              </a:defRPr>
            </a:lvl7pPr>
            <a:lvl8pPr>
              <a:defRPr sz="1425" b="0">
                <a:solidFill>
                  <a:srgbClr val="182C40"/>
                </a:solidFill>
              </a:defRPr>
            </a:lvl8pPr>
            <a:lvl9pPr>
              <a:defRPr sz="1425" b="0">
                <a:solidFill>
                  <a:srgbClr val="182C40"/>
                </a:solidFill>
              </a:defRPr>
            </a:lvl9pPr>
          </a:lstStyle>
          <a:p xmlns:a="http://schemas.openxmlformats.org/drawingml/2006/main">
            <a:pPr>
              <a:defRPr sz="1425" b="0">
                <a:solidFill>
                  <a:srgbClr val="182C40"/>
                </a:solidFill>
              </a:defRPr>
            </a:pPr>
            <a:r>
              <a:rPr sz="1425" b="0">
                <a:solidFill>
                  <a:srgbClr val="182C40"/>
                </a:solidFill>
              </a:rPr>
              <a:t>Demostrar persistencia, resultados de pruebas y publicación de la versión entregada.</a:t>
            </a:r>
          </a:p>
        </p:txBody>
      </p:sp>
    </p:spTree>
    <p:extLst>
      <p:ext uri="{BB962C8B-B14F-4D97-AF65-F5344CB8AC3E}">
        <p14:creationId xmlns:p14="http://schemas.microsoft.com/office/powerpoint/2010/main" val="77604977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8" name="Text 2">
            <a:extLst xmlns:a="http://schemas.openxmlformats.org/drawingml/2006/main">
              <a:ext uri="{FF2B5EF4-FFF2-40B4-BE49-F238E27FC236}">
                <a16:creationId xmlns:a16="http://schemas.microsoft.com/office/drawing/2014/main" id="{970B78BE-FA14-4036-91A2-0D45E52DFF57}"/>
              </a:ext>
            </a:extLst>
          </p:cNvPr>
          <p:cNvSpPr>
            <a:spLocks xmlns:a="http://schemas.openxmlformats.org/drawingml/2006/main" noGrp="1"/>
          </p:cNvSpPr>
          <p:nvPr/>
        </p:nvSpPr>
        <p:spPr>
          <a:xfrm xmlns:a="http://schemas.openxmlformats.org/drawingml/2006/main" rot="19918576">
            <a:off x="742951" y="2543174"/>
            <a:ext cx="8286750" cy="4143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ts val="1097"/>
              </a:lnSpc>
              <a:buNone/>
            </a:pPr>
            <a:r>
              <a:rPr sz="4000" b="1" spc="234">
                <a:solidFill>
                  <a:srgbClr val="06B6D4"/>
                </a:solidFill>
                <a:latin typeface="Arial"/>
                <a:ea typeface="Arial"/>
                <a:cs typeface="Arial"/>
              </a:rPr>
              <a:t>GRACIAS POR SU ATENCIÓN</a:t>
            </a:r>
            <a:endParaRPr sz="4000">
              <a:latin typeface="Arial"/>
              <a:ea typeface="Arial"/>
              <a:cs typeface="Arial"/>
            </a:endParaRPr>
          </a:p>
        </p:txBody>
      </p:sp>
    </p:spTree>
    <p:extLst>
      <p:ext uri="{BB962C8B-B14F-4D97-AF65-F5344CB8AC3E}">
        <p14:creationId xmlns:p14="http://schemas.microsoft.com/office/powerpoint/2010/main" val="1831640045"/>
      </p:ext>
    </p:extLst>
  </p:cSld>
</p:sld>
</file>

<file path=ppt/theme/theme1.xml><?xml version="1.0" encoding="utf-8"?>
<a:theme xmlns:a="http://schemas.openxmlformats.org/drawingml/2006/main" name="Berlín">
  <a:themeElements>
    <a:clrScheme name="Berlí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í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ín">
      <a:fillStyleLst>
        <a:solidFill>
          <a:schemeClr val="phClr"/>
        </a:solidFill>
        <a:gradFill rotWithShape="1">
          <a:gsLst>
            <a:gs pos="0">
              <a:schemeClr val="phClr">
                <a:tint val="60000"/>
                <a:lumMod val="110000"/>
                <a:satMod val="100000"/>
              </a:schemeClr>
            </a:gs>
            <a:gs pos="100000">
              <a:schemeClr val="phClr">
                <a:tint val="70000"/>
                <a:lumMod val="100000"/>
                <a:satMod val="100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9525">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lumMod val="140000"/>
                <a:satMod val="220000"/>
              </a:schemeClr>
            </a:gs>
            <a:gs pos="50000">
              <a:schemeClr val="phClr">
                <a:shade val="100000"/>
                <a:lumMod val="130000"/>
                <a:satMod val="110000"/>
              </a:schemeClr>
            </a:gs>
            <a:gs pos="100000">
              <a:schemeClr val="phClr">
                <a:shade val="69000"/>
                <a:lumMod val="69000"/>
                <a:satMod val="160000"/>
              </a:schemeClr>
            </a:gs>
          </a:gsLst>
          <a:lin ang="252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2026-10-30T23:31:47.1800000Z</dcterms:created>
  <dcterms:modified xsi:type="dcterms:W3CDTF">2026-10-30T23:31:47.1800000Z</dcterms:modified>
</coreProperties>
</file>